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12192000" cy="6858000"/>
  <p:notesSz cx="6858000" cy="9144000"/>
  <p:embeddedFontLst>
    <p:embeddedFont>
      <p:font typeface="Corbel" panose="020B0503020204020204" pitchFamily="34"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gJ5KmqApEK7M659dUL83QZfdSAT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394CA5C-B510-4BE0-A08C-2CA78FE190D0}">
  <a:tblStyle styleId="{C394CA5C-B510-4BE0-A08C-2CA78FE190D0}"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2"/>
  </p:normalViewPr>
  <p:slideViewPr>
    <p:cSldViewPr snapToGrid="0">
      <p:cViewPr varScale="1">
        <p:scale>
          <a:sx n="104" d="100"/>
          <a:sy n="104" d="100"/>
        </p:scale>
        <p:origin x="800" y="1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8"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800" b="1" i="0" u="none" strike="noStrike">
                <a:solidFill>
                  <a:srgbClr val="000000"/>
                </a:solidFill>
                <a:latin typeface="Arial"/>
                <a:ea typeface="Arial"/>
                <a:cs typeface="Arial"/>
                <a:sym typeface="Arial"/>
              </a:rPr>
              <a:t>Slide 1: Title Slide</a:t>
            </a:r>
            <a:endParaRPr/>
          </a:p>
          <a:p>
            <a:pPr marL="0" lvl="0" indent="0" algn="l" rtl="0">
              <a:lnSpc>
                <a:spcPct val="100000"/>
              </a:lnSpc>
              <a:spcBef>
                <a:spcPts val="400"/>
              </a:spcBef>
              <a:spcAft>
                <a:spcPts val="0"/>
              </a:spcAft>
              <a:buSzPts val="1400"/>
              <a:buNone/>
            </a:pPr>
            <a:endParaRPr sz="1800" b="0" i="0" u="none" strike="noStrike">
              <a:solidFill>
                <a:srgbClr val="000000"/>
              </a:solidFill>
              <a:latin typeface="Arial"/>
              <a:ea typeface="Arial"/>
              <a:cs typeface="Arial"/>
              <a:sym typeface="Arial"/>
            </a:endParaRPr>
          </a:p>
          <a:p>
            <a:pPr marL="0" lvl="0" indent="0" algn="l" rtl="0">
              <a:lnSpc>
                <a:spcPct val="100000"/>
              </a:lnSpc>
              <a:spcBef>
                <a:spcPts val="400"/>
              </a:spcBef>
              <a:spcAft>
                <a:spcPts val="0"/>
              </a:spcAft>
              <a:buSzPts val="1400"/>
              <a:buNone/>
            </a:pPr>
            <a:r>
              <a:rPr lang="en-US" sz="1800" b="0" i="0" u="none" strike="noStrike">
                <a:solidFill>
                  <a:srgbClr val="000000"/>
                </a:solidFill>
                <a:latin typeface="Arial"/>
                <a:ea typeface="Arial"/>
                <a:cs typeface="Arial"/>
                <a:sym typeface="Arial"/>
              </a:rPr>
              <a:t>Write Script Here .</a:t>
            </a:r>
            <a:endParaRPr/>
          </a:p>
        </p:txBody>
      </p:sp>
      <p:sp>
        <p:nvSpPr>
          <p:cNvPr id="98" name="Google Shape;98;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800" b="1" i="0" u="none" strike="noStrike">
                <a:solidFill>
                  <a:srgbClr val="000000"/>
                </a:solidFill>
                <a:latin typeface="Arial"/>
                <a:ea typeface="Arial"/>
                <a:cs typeface="Arial"/>
                <a:sym typeface="Arial"/>
              </a:rPr>
              <a:t>Slide 11: Literature Review</a:t>
            </a:r>
            <a:endParaRPr/>
          </a:p>
          <a:p>
            <a:pPr marL="0" lvl="0" indent="0" algn="l" rtl="0">
              <a:lnSpc>
                <a:spcPct val="100000"/>
              </a:lnSpc>
              <a:spcBef>
                <a:spcPts val="0"/>
              </a:spcBef>
              <a:spcAft>
                <a:spcPts val="0"/>
              </a:spcAft>
              <a:buSzPts val="1400"/>
              <a:buNone/>
            </a:pPr>
            <a:endParaRPr b="1"/>
          </a:p>
          <a:p>
            <a:pPr marL="0" lvl="0" indent="0" algn="l" rtl="0">
              <a:lnSpc>
                <a:spcPct val="100000"/>
              </a:lnSpc>
              <a:spcBef>
                <a:spcPts val="1600"/>
              </a:spcBef>
              <a:spcAft>
                <a:spcPts val="0"/>
              </a:spcAft>
              <a:buSzPts val="1400"/>
              <a:buNone/>
            </a:pPr>
            <a:r>
              <a:rPr lang="en-US" sz="1800" b="0" i="0" u="none" strike="noStrike">
                <a:solidFill>
                  <a:srgbClr val="000000"/>
                </a:solidFill>
                <a:latin typeface="Arial"/>
                <a:ea typeface="Arial"/>
                <a:cs typeface="Arial"/>
                <a:sym typeface="Arial"/>
              </a:rPr>
              <a:t>To build our system, we studied other related research and papers.</a:t>
            </a:r>
            <a:endParaRPr b="0"/>
          </a:p>
          <a:p>
            <a:pPr marL="0" lvl="0" indent="0" algn="l" rtl="0">
              <a:lnSpc>
                <a:spcPct val="100000"/>
              </a:lnSpc>
              <a:spcBef>
                <a:spcPts val="2400"/>
              </a:spcBef>
              <a:spcAft>
                <a:spcPts val="0"/>
              </a:spcAft>
              <a:buSzPts val="1400"/>
              <a:buNone/>
            </a:pPr>
            <a:r>
              <a:rPr lang="en-US" sz="1800" b="0" i="0" u="none" strike="noStrike">
                <a:solidFill>
                  <a:srgbClr val="000000"/>
                </a:solidFill>
                <a:latin typeface="Arial"/>
                <a:ea typeface="Arial"/>
                <a:cs typeface="Arial"/>
                <a:sym typeface="Arial"/>
              </a:rPr>
              <a:t>We found that many existing systems use blockchain but </a:t>
            </a:r>
            <a:r>
              <a:rPr lang="en-US" sz="1800" b="1" i="0" u="none" strike="noStrike">
                <a:solidFill>
                  <a:srgbClr val="000000"/>
                </a:solidFill>
                <a:latin typeface="Arial"/>
                <a:ea typeface="Arial"/>
                <a:cs typeface="Arial"/>
                <a:sym typeface="Arial"/>
              </a:rPr>
              <a:t>still have some problems</a:t>
            </a:r>
            <a:r>
              <a:rPr lang="en-US" sz="1800" b="0" i="0" u="none" strike="noStrike">
                <a:solidFill>
                  <a:srgbClr val="000000"/>
                </a:solidFill>
                <a:latin typeface="Arial"/>
                <a:ea typeface="Arial"/>
                <a:cs typeface="Arial"/>
                <a:sym typeface="Arial"/>
              </a:rPr>
              <a:t>, like high cost, lack of real-time data, and no support for updates.</a:t>
            </a:r>
            <a:br>
              <a:rPr lang="en-US"/>
            </a:br>
            <a:endParaRPr/>
          </a:p>
        </p:txBody>
      </p:sp>
      <p:sp>
        <p:nvSpPr>
          <p:cNvPr id="119" name="Google Shape;119;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ced5e30a9e_2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g3ced5e30a9e_2_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 name="Google Shape;130;g3ced5e30a9e_2_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ced5e30a9e_2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 name="Google Shape;145;g3ced5e30a9e_2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6" name="Google Shape;146;g3ced5e30a9e_2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ced5e30a9e_2_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3ced5e30a9e_2_6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g3ced5e30a9e_2_6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d5ef1df67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g3d5ef1df67e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d5ef1df67e_0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g3d5ef1df67e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d5ef1df67e_0_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5" name="Google Shape;195;g3d5ef1df67e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d5ef1df67e_0_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g3d5ef1df67e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d5ef1df67e_0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g3d5ef1df67e_0_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d5ef1df67e_0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g3d5ef1df67e_0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d5ef1df67e_0_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g3d5ef1df67e_0_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d5ef1df67e_0_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g3d5ef1df67e_0_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d5ef1df67e_0_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 name="Google Shape;247;g3d5ef1df67e_0_6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800" b="1" i="0" u="none" strike="noStrike">
                <a:solidFill>
                  <a:srgbClr val="000000"/>
                </a:solidFill>
                <a:latin typeface="Arial"/>
                <a:ea typeface="Arial"/>
                <a:cs typeface="Arial"/>
                <a:sym typeface="Arial"/>
              </a:rPr>
              <a:t>Slide 11: Literature Review</a:t>
            </a:r>
            <a:endParaRPr/>
          </a:p>
          <a:p>
            <a:pPr marL="0" lvl="0" indent="0" algn="l" rtl="0">
              <a:lnSpc>
                <a:spcPct val="100000"/>
              </a:lnSpc>
              <a:spcBef>
                <a:spcPts val="0"/>
              </a:spcBef>
              <a:spcAft>
                <a:spcPts val="0"/>
              </a:spcAft>
              <a:buSzPts val="1400"/>
              <a:buNone/>
            </a:pPr>
            <a:endParaRPr b="1"/>
          </a:p>
          <a:p>
            <a:pPr marL="0" lvl="0" indent="0" algn="l" rtl="0">
              <a:lnSpc>
                <a:spcPct val="100000"/>
              </a:lnSpc>
              <a:spcBef>
                <a:spcPts val="1600"/>
              </a:spcBef>
              <a:spcAft>
                <a:spcPts val="0"/>
              </a:spcAft>
              <a:buSzPts val="1400"/>
              <a:buNone/>
            </a:pPr>
            <a:r>
              <a:rPr lang="en-US" sz="1800" b="0" i="0" u="none" strike="noStrike">
                <a:solidFill>
                  <a:srgbClr val="000000"/>
                </a:solidFill>
                <a:latin typeface="Arial"/>
                <a:ea typeface="Arial"/>
                <a:cs typeface="Arial"/>
                <a:sym typeface="Arial"/>
              </a:rPr>
              <a:t>To build our system, we studied other related research and papers.</a:t>
            </a:r>
            <a:endParaRPr b="0"/>
          </a:p>
          <a:p>
            <a:pPr marL="0" lvl="0" indent="0" algn="l" rtl="0">
              <a:lnSpc>
                <a:spcPct val="100000"/>
              </a:lnSpc>
              <a:spcBef>
                <a:spcPts val="2400"/>
              </a:spcBef>
              <a:spcAft>
                <a:spcPts val="0"/>
              </a:spcAft>
              <a:buSzPts val="1400"/>
              <a:buNone/>
            </a:pPr>
            <a:r>
              <a:rPr lang="en-US" sz="1800" b="0" i="0" u="none" strike="noStrike">
                <a:solidFill>
                  <a:srgbClr val="000000"/>
                </a:solidFill>
                <a:latin typeface="Arial"/>
                <a:ea typeface="Arial"/>
                <a:cs typeface="Arial"/>
                <a:sym typeface="Arial"/>
              </a:rPr>
              <a:t>We found that many existing systems use blockchain but </a:t>
            </a:r>
            <a:r>
              <a:rPr lang="en-US" sz="1800" b="1" i="0" u="none" strike="noStrike">
                <a:solidFill>
                  <a:srgbClr val="000000"/>
                </a:solidFill>
                <a:latin typeface="Arial"/>
                <a:ea typeface="Arial"/>
                <a:cs typeface="Arial"/>
                <a:sym typeface="Arial"/>
              </a:rPr>
              <a:t>still have some problems</a:t>
            </a:r>
            <a:r>
              <a:rPr lang="en-US" sz="1800" b="0" i="0" u="none" strike="noStrike">
                <a:solidFill>
                  <a:srgbClr val="000000"/>
                </a:solidFill>
                <a:latin typeface="Arial"/>
                <a:ea typeface="Arial"/>
                <a:cs typeface="Arial"/>
                <a:sym typeface="Arial"/>
              </a:rPr>
              <a:t>, like high cost, lack of real-time data, and no support for updates.</a:t>
            </a:r>
            <a:br>
              <a:rPr lang="en-US"/>
            </a:br>
            <a:endParaRPr/>
          </a:p>
        </p:txBody>
      </p:sp>
      <p:sp>
        <p:nvSpPr>
          <p:cNvPr id="248" name="Google Shape;248;g3d5ef1df67e_0_6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d5ef1df67e_0_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 name="Google Shape;258;g3d5ef1df67e_0_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800" b="1" i="0" u="none" strike="noStrike">
                <a:solidFill>
                  <a:srgbClr val="000000"/>
                </a:solidFill>
                <a:latin typeface="Arial"/>
                <a:ea typeface="Arial"/>
                <a:cs typeface="Arial"/>
                <a:sym typeface="Arial"/>
              </a:rPr>
              <a:t>Slide 15: Methodology</a:t>
            </a:r>
            <a:endParaRPr b="1"/>
          </a:p>
          <a:p>
            <a:pPr marL="0" lvl="0" indent="0" algn="l" rtl="0">
              <a:lnSpc>
                <a:spcPct val="100000"/>
              </a:lnSpc>
              <a:spcBef>
                <a:spcPts val="1600"/>
              </a:spcBef>
              <a:spcAft>
                <a:spcPts val="0"/>
              </a:spcAft>
              <a:buSzPts val="1400"/>
              <a:buNone/>
            </a:pPr>
            <a:r>
              <a:rPr lang="en-US" sz="1800" b="1" i="0" u="none" strike="noStrike">
                <a:solidFill>
                  <a:srgbClr val="000000"/>
                </a:solidFill>
                <a:latin typeface="Arial"/>
                <a:ea typeface="Arial"/>
                <a:cs typeface="Arial"/>
                <a:sym typeface="Arial"/>
              </a:rPr>
              <a:t>✨ Now I would like to introduce my teammate, </a:t>
            </a:r>
            <a:r>
              <a:rPr lang="en-US" sz="1800" b="1">
                <a:solidFill>
                  <a:srgbClr val="000000"/>
                </a:solidFill>
                <a:latin typeface="Arial"/>
                <a:ea typeface="Arial"/>
                <a:cs typeface="Arial"/>
                <a:sym typeface="Arial"/>
              </a:rPr>
              <a:t>____</a:t>
            </a:r>
            <a:r>
              <a:rPr lang="en-US" sz="1800" b="1" i="0" u="none" strike="noStrike">
                <a:solidFill>
                  <a:srgbClr val="000000"/>
                </a:solidFill>
                <a:latin typeface="Arial"/>
                <a:ea typeface="Arial"/>
                <a:cs typeface="Arial"/>
                <a:sym typeface="Arial"/>
              </a:rPr>
              <a:t>.</a:t>
            </a:r>
            <a:endParaRPr b="0"/>
          </a:p>
          <a:p>
            <a:pPr marL="0" lvl="0" indent="0" algn="l" rtl="0">
              <a:lnSpc>
                <a:spcPct val="100000"/>
              </a:lnSpc>
              <a:spcBef>
                <a:spcPts val="2400"/>
              </a:spcBef>
              <a:spcAft>
                <a:spcPts val="0"/>
              </a:spcAft>
              <a:buSzPts val="1400"/>
              <a:buNone/>
            </a:pPr>
            <a:r>
              <a:rPr lang="en-US" sz="1800" b="0" i="0" u="none" strike="noStrike">
                <a:solidFill>
                  <a:srgbClr val="000000"/>
                </a:solidFill>
                <a:latin typeface="Arial"/>
                <a:ea typeface="Arial"/>
                <a:cs typeface="Arial"/>
                <a:sym typeface="Arial"/>
              </a:rPr>
              <a:t>He will continue with the next part of our presentation.</a:t>
            </a:r>
            <a:endParaRPr b="0"/>
          </a:p>
        </p:txBody>
      </p:sp>
      <p:sp>
        <p:nvSpPr>
          <p:cNvPr id="259" name="Google Shape;259;g3d5ef1df67e_0_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d5ef1df67e_0_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g3d5ef1df67e_0_8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800" b="1" i="0" u="none" strike="noStrike">
                <a:solidFill>
                  <a:srgbClr val="000000"/>
                </a:solidFill>
                <a:latin typeface="Arial"/>
                <a:ea typeface="Arial"/>
                <a:cs typeface="Arial"/>
                <a:sym typeface="Arial"/>
              </a:rPr>
              <a:t>Slide 15: Methodology</a:t>
            </a:r>
            <a:endParaRPr b="1"/>
          </a:p>
          <a:p>
            <a:pPr marL="0" lvl="0" indent="0" algn="l" rtl="0">
              <a:lnSpc>
                <a:spcPct val="100000"/>
              </a:lnSpc>
              <a:spcBef>
                <a:spcPts val="1600"/>
              </a:spcBef>
              <a:spcAft>
                <a:spcPts val="0"/>
              </a:spcAft>
              <a:buSzPts val="1400"/>
              <a:buNone/>
            </a:pPr>
            <a:r>
              <a:rPr lang="en-US" sz="1800" b="1" i="0" u="none" strike="noStrike">
                <a:solidFill>
                  <a:srgbClr val="000000"/>
                </a:solidFill>
                <a:latin typeface="Arial"/>
                <a:ea typeface="Arial"/>
                <a:cs typeface="Arial"/>
                <a:sym typeface="Arial"/>
              </a:rPr>
              <a:t>✨ Now I would like to introduce my teammate, </a:t>
            </a:r>
            <a:r>
              <a:rPr lang="en-US" sz="1800" b="1">
                <a:solidFill>
                  <a:srgbClr val="000000"/>
                </a:solidFill>
                <a:latin typeface="Arial"/>
                <a:ea typeface="Arial"/>
                <a:cs typeface="Arial"/>
                <a:sym typeface="Arial"/>
              </a:rPr>
              <a:t>____</a:t>
            </a:r>
            <a:r>
              <a:rPr lang="en-US" sz="1800" b="1" i="0" u="none" strike="noStrike">
                <a:solidFill>
                  <a:srgbClr val="000000"/>
                </a:solidFill>
                <a:latin typeface="Arial"/>
                <a:ea typeface="Arial"/>
                <a:cs typeface="Arial"/>
                <a:sym typeface="Arial"/>
              </a:rPr>
              <a:t>.</a:t>
            </a:r>
            <a:endParaRPr b="0"/>
          </a:p>
          <a:p>
            <a:pPr marL="0" lvl="0" indent="0" algn="l" rtl="0">
              <a:lnSpc>
                <a:spcPct val="100000"/>
              </a:lnSpc>
              <a:spcBef>
                <a:spcPts val="2400"/>
              </a:spcBef>
              <a:spcAft>
                <a:spcPts val="0"/>
              </a:spcAft>
              <a:buSzPts val="1400"/>
              <a:buNone/>
            </a:pPr>
            <a:r>
              <a:rPr lang="en-US" sz="1800" b="0" i="0" u="none" strike="noStrike">
                <a:solidFill>
                  <a:srgbClr val="000000"/>
                </a:solidFill>
                <a:latin typeface="Arial"/>
                <a:ea typeface="Arial"/>
                <a:cs typeface="Arial"/>
                <a:sym typeface="Arial"/>
              </a:rPr>
              <a:t>He will continue with the next part of our presentation.</a:t>
            </a:r>
            <a:endParaRPr b="0"/>
          </a:p>
        </p:txBody>
      </p:sp>
      <p:sp>
        <p:nvSpPr>
          <p:cNvPr id="269" name="Google Shape;269;g3d5ef1df67e_0_8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d5ef1df67e_0_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 name="Google Shape;278;g3d5ef1df67e_0_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800" b="1" i="0" u="none" strike="noStrike">
                <a:solidFill>
                  <a:srgbClr val="000000"/>
                </a:solidFill>
                <a:latin typeface="Arial"/>
                <a:ea typeface="Arial"/>
                <a:cs typeface="Arial"/>
                <a:sym typeface="Arial"/>
              </a:rPr>
              <a:t>Slide 15: Methodology</a:t>
            </a:r>
            <a:endParaRPr b="1"/>
          </a:p>
          <a:p>
            <a:pPr marL="0" lvl="0" indent="0" algn="l" rtl="0">
              <a:lnSpc>
                <a:spcPct val="100000"/>
              </a:lnSpc>
              <a:spcBef>
                <a:spcPts val="1600"/>
              </a:spcBef>
              <a:spcAft>
                <a:spcPts val="0"/>
              </a:spcAft>
              <a:buSzPts val="1400"/>
              <a:buNone/>
            </a:pPr>
            <a:r>
              <a:rPr lang="en-US" sz="1800" b="1" i="0" u="none" strike="noStrike">
                <a:solidFill>
                  <a:srgbClr val="000000"/>
                </a:solidFill>
                <a:latin typeface="Arial"/>
                <a:ea typeface="Arial"/>
                <a:cs typeface="Arial"/>
                <a:sym typeface="Arial"/>
              </a:rPr>
              <a:t>✨ Now I would like to introduce my teammate, </a:t>
            </a:r>
            <a:r>
              <a:rPr lang="en-US" sz="1800" b="1">
                <a:solidFill>
                  <a:srgbClr val="000000"/>
                </a:solidFill>
                <a:latin typeface="Arial"/>
                <a:ea typeface="Arial"/>
                <a:cs typeface="Arial"/>
                <a:sym typeface="Arial"/>
              </a:rPr>
              <a:t>____</a:t>
            </a:r>
            <a:r>
              <a:rPr lang="en-US" sz="1800" b="1" i="0" u="none" strike="noStrike">
                <a:solidFill>
                  <a:srgbClr val="000000"/>
                </a:solidFill>
                <a:latin typeface="Arial"/>
                <a:ea typeface="Arial"/>
                <a:cs typeface="Arial"/>
                <a:sym typeface="Arial"/>
              </a:rPr>
              <a:t>.</a:t>
            </a:r>
            <a:endParaRPr b="0"/>
          </a:p>
          <a:p>
            <a:pPr marL="0" lvl="0" indent="0" algn="l" rtl="0">
              <a:lnSpc>
                <a:spcPct val="100000"/>
              </a:lnSpc>
              <a:spcBef>
                <a:spcPts val="2400"/>
              </a:spcBef>
              <a:spcAft>
                <a:spcPts val="0"/>
              </a:spcAft>
              <a:buSzPts val="1400"/>
              <a:buNone/>
            </a:pPr>
            <a:r>
              <a:rPr lang="en-US" sz="1800" b="0" i="0" u="none" strike="noStrike">
                <a:solidFill>
                  <a:srgbClr val="000000"/>
                </a:solidFill>
                <a:latin typeface="Arial"/>
                <a:ea typeface="Arial"/>
                <a:cs typeface="Arial"/>
                <a:sym typeface="Arial"/>
              </a:rPr>
              <a:t>He will continue with the next part of our presentation.</a:t>
            </a:r>
            <a:endParaRPr b="0"/>
          </a:p>
        </p:txBody>
      </p:sp>
      <p:sp>
        <p:nvSpPr>
          <p:cNvPr id="279" name="Google Shape;279;g3d5ef1df67e_0_9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d5e7119282_0_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d5e7119282_0_7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800" b="1" i="0" u="none" strike="noStrike">
                <a:solidFill>
                  <a:srgbClr val="000000"/>
                </a:solidFill>
                <a:latin typeface="Arial"/>
                <a:ea typeface="Arial"/>
                <a:cs typeface="Arial"/>
                <a:sym typeface="Arial"/>
              </a:rPr>
              <a:t>Slide 11: Literature Review</a:t>
            </a:r>
            <a:endParaRPr/>
          </a:p>
          <a:p>
            <a:pPr marL="0" lvl="0" indent="0" algn="l" rtl="0">
              <a:lnSpc>
                <a:spcPct val="100000"/>
              </a:lnSpc>
              <a:spcBef>
                <a:spcPts val="0"/>
              </a:spcBef>
              <a:spcAft>
                <a:spcPts val="0"/>
              </a:spcAft>
              <a:buSzPts val="1400"/>
              <a:buNone/>
            </a:pPr>
            <a:endParaRPr b="1"/>
          </a:p>
          <a:p>
            <a:pPr marL="0" lvl="0" indent="0" algn="l" rtl="0">
              <a:lnSpc>
                <a:spcPct val="100000"/>
              </a:lnSpc>
              <a:spcBef>
                <a:spcPts val="1600"/>
              </a:spcBef>
              <a:spcAft>
                <a:spcPts val="0"/>
              </a:spcAft>
              <a:buSzPts val="1400"/>
              <a:buNone/>
            </a:pPr>
            <a:r>
              <a:rPr lang="en-US" sz="1800" b="0" i="0" u="none" strike="noStrike">
                <a:solidFill>
                  <a:srgbClr val="000000"/>
                </a:solidFill>
                <a:latin typeface="Arial"/>
                <a:ea typeface="Arial"/>
                <a:cs typeface="Arial"/>
                <a:sym typeface="Arial"/>
              </a:rPr>
              <a:t>To build our system, we studied other related research and papers.</a:t>
            </a:r>
            <a:endParaRPr b="0"/>
          </a:p>
          <a:p>
            <a:pPr marL="0" lvl="0" indent="0" algn="l" rtl="0">
              <a:lnSpc>
                <a:spcPct val="100000"/>
              </a:lnSpc>
              <a:spcBef>
                <a:spcPts val="2400"/>
              </a:spcBef>
              <a:spcAft>
                <a:spcPts val="0"/>
              </a:spcAft>
              <a:buSzPts val="1400"/>
              <a:buNone/>
            </a:pPr>
            <a:r>
              <a:rPr lang="en-US" sz="1800" b="0" i="0" u="none" strike="noStrike">
                <a:solidFill>
                  <a:srgbClr val="000000"/>
                </a:solidFill>
                <a:latin typeface="Arial"/>
                <a:ea typeface="Arial"/>
                <a:cs typeface="Arial"/>
                <a:sym typeface="Arial"/>
              </a:rPr>
              <a:t>We found that many existing systems use blockchain but </a:t>
            </a:r>
            <a:r>
              <a:rPr lang="en-US" sz="1800" b="1" i="0" u="none" strike="noStrike">
                <a:solidFill>
                  <a:srgbClr val="000000"/>
                </a:solidFill>
                <a:latin typeface="Arial"/>
                <a:ea typeface="Arial"/>
                <a:cs typeface="Arial"/>
                <a:sym typeface="Arial"/>
              </a:rPr>
              <a:t>still have some problems</a:t>
            </a:r>
            <a:r>
              <a:rPr lang="en-US" sz="1800" b="0" i="0" u="none" strike="noStrike">
                <a:solidFill>
                  <a:srgbClr val="000000"/>
                </a:solidFill>
                <a:latin typeface="Arial"/>
                <a:ea typeface="Arial"/>
                <a:cs typeface="Arial"/>
                <a:sym typeface="Arial"/>
              </a:rPr>
              <a:t>, like high cost, lack of real-time data, and no support for updates.</a:t>
            </a:r>
            <a:br>
              <a:rPr lang="en-US"/>
            </a:br>
            <a:endParaRPr/>
          </a:p>
        </p:txBody>
      </p:sp>
      <p:sp>
        <p:nvSpPr>
          <p:cNvPr id="290" name="Google Shape;290;g3d5e7119282_0_7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3d5e7119282_0_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3d5e7119282_0_4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g3d5e7119282_0_4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3d5e7119282_0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3d5e7119282_0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g3d5e7119282_0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d5e7119282_0_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3d5e7119282_0_8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g3d5e7119282_0_8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d5e7119282_0_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3d5e7119282_0_5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8" name="Google Shape;328;g3d5e7119282_0_5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3d5e7119282_0_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3d5e7119282_0_6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7" name="Google Shape;337;g3d5e7119282_0_6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d5ef1df67e_0_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3d5ef1df67e_0_10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7" name="Google Shape;347;g3d5ef1df67e_0_10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3d5f58f541d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3d5f58f541d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6" name="Google Shape;356;g3d5f58f541d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3d5f58f541d_1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3d5f58f541d_1_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5" name="Google Shape;365;g3d5f58f541d_1_1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3d5e7119282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3" name="Google Shape;373;g3d5e7119282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3b43c3a1f69_1_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1" name="Google Shape;381;g3b43c3a1f69_1_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800" b="1" i="0" u="none" strike="noStrike">
                <a:solidFill>
                  <a:srgbClr val="000000"/>
                </a:solidFill>
                <a:latin typeface="Arial"/>
                <a:ea typeface="Arial"/>
                <a:cs typeface="Arial"/>
                <a:sym typeface="Arial"/>
              </a:rPr>
              <a:t>Slide 15: Methodology</a:t>
            </a:r>
            <a:endParaRPr b="1"/>
          </a:p>
          <a:p>
            <a:pPr marL="0" lvl="0" indent="0" algn="l" rtl="0">
              <a:lnSpc>
                <a:spcPct val="100000"/>
              </a:lnSpc>
              <a:spcBef>
                <a:spcPts val="1600"/>
              </a:spcBef>
              <a:spcAft>
                <a:spcPts val="0"/>
              </a:spcAft>
              <a:buSzPts val="1400"/>
              <a:buNone/>
            </a:pPr>
            <a:r>
              <a:rPr lang="en-US" sz="1800" b="1" i="0" u="none" strike="noStrike">
                <a:solidFill>
                  <a:srgbClr val="000000"/>
                </a:solidFill>
                <a:latin typeface="Arial"/>
                <a:ea typeface="Arial"/>
                <a:cs typeface="Arial"/>
                <a:sym typeface="Arial"/>
              </a:rPr>
              <a:t>✨ Now I would like to introduce my teammate, </a:t>
            </a:r>
            <a:r>
              <a:rPr lang="en-US" sz="1800" b="1">
                <a:solidFill>
                  <a:srgbClr val="000000"/>
                </a:solidFill>
                <a:latin typeface="Arial"/>
                <a:ea typeface="Arial"/>
                <a:cs typeface="Arial"/>
                <a:sym typeface="Arial"/>
              </a:rPr>
              <a:t>____</a:t>
            </a:r>
            <a:r>
              <a:rPr lang="en-US" sz="1800" b="1" i="0" u="none" strike="noStrike">
                <a:solidFill>
                  <a:srgbClr val="000000"/>
                </a:solidFill>
                <a:latin typeface="Arial"/>
                <a:ea typeface="Arial"/>
                <a:cs typeface="Arial"/>
                <a:sym typeface="Arial"/>
              </a:rPr>
              <a:t>.</a:t>
            </a:r>
            <a:endParaRPr b="0"/>
          </a:p>
          <a:p>
            <a:pPr marL="0" lvl="0" indent="0" algn="l" rtl="0">
              <a:lnSpc>
                <a:spcPct val="100000"/>
              </a:lnSpc>
              <a:spcBef>
                <a:spcPts val="2400"/>
              </a:spcBef>
              <a:spcAft>
                <a:spcPts val="0"/>
              </a:spcAft>
              <a:buSzPts val="1400"/>
              <a:buNone/>
            </a:pPr>
            <a:r>
              <a:rPr lang="en-US" sz="1800" b="0" i="0" u="none" strike="noStrike">
                <a:solidFill>
                  <a:srgbClr val="000000"/>
                </a:solidFill>
                <a:latin typeface="Arial"/>
                <a:ea typeface="Arial"/>
                <a:cs typeface="Arial"/>
                <a:sym typeface="Arial"/>
              </a:rPr>
              <a:t>He will continue with the next part of our presentation.</a:t>
            </a:r>
            <a:endParaRPr b="0"/>
          </a:p>
        </p:txBody>
      </p:sp>
      <p:sp>
        <p:nvSpPr>
          <p:cNvPr id="382" name="Google Shape;382;g3b43c3a1f69_1_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3d5ef1df67e_0_1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2" name="Google Shape;392;g3d5ef1df67e_0_1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0" name="Google Shape;40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8" name="Google Shape;408;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3d5f58f541d_1_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7" name="Google Shape;417;g3d5f58f541d_1_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800" b="1" i="0" u="none" strike="noStrike">
                <a:solidFill>
                  <a:srgbClr val="000000"/>
                </a:solidFill>
                <a:latin typeface="Arial"/>
                <a:ea typeface="Arial"/>
                <a:cs typeface="Arial"/>
                <a:sym typeface="Arial"/>
              </a:rPr>
              <a:t>Slide 15: Methodology</a:t>
            </a:r>
            <a:endParaRPr b="1"/>
          </a:p>
          <a:p>
            <a:pPr marL="0" lvl="0" indent="0" algn="l" rtl="0">
              <a:lnSpc>
                <a:spcPct val="100000"/>
              </a:lnSpc>
              <a:spcBef>
                <a:spcPts val="1600"/>
              </a:spcBef>
              <a:spcAft>
                <a:spcPts val="0"/>
              </a:spcAft>
              <a:buSzPts val="1400"/>
              <a:buNone/>
            </a:pPr>
            <a:r>
              <a:rPr lang="en-US" sz="1800" b="1" i="0" u="none" strike="noStrike">
                <a:solidFill>
                  <a:srgbClr val="000000"/>
                </a:solidFill>
                <a:latin typeface="Arial"/>
                <a:ea typeface="Arial"/>
                <a:cs typeface="Arial"/>
                <a:sym typeface="Arial"/>
              </a:rPr>
              <a:t>✨ Now I would like to introduce my teammate, </a:t>
            </a:r>
            <a:r>
              <a:rPr lang="en-US" sz="1800" b="1">
                <a:solidFill>
                  <a:srgbClr val="000000"/>
                </a:solidFill>
                <a:latin typeface="Arial"/>
                <a:ea typeface="Arial"/>
                <a:cs typeface="Arial"/>
                <a:sym typeface="Arial"/>
              </a:rPr>
              <a:t>____</a:t>
            </a:r>
            <a:r>
              <a:rPr lang="en-US" sz="1800" b="1" i="0" u="none" strike="noStrike">
                <a:solidFill>
                  <a:srgbClr val="000000"/>
                </a:solidFill>
                <a:latin typeface="Arial"/>
                <a:ea typeface="Arial"/>
                <a:cs typeface="Arial"/>
                <a:sym typeface="Arial"/>
              </a:rPr>
              <a:t>.</a:t>
            </a:r>
            <a:endParaRPr b="0"/>
          </a:p>
          <a:p>
            <a:pPr marL="0" lvl="0" indent="0" algn="l" rtl="0">
              <a:lnSpc>
                <a:spcPct val="100000"/>
              </a:lnSpc>
              <a:spcBef>
                <a:spcPts val="2400"/>
              </a:spcBef>
              <a:spcAft>
                <a:spcPts val="0"/>
              </a:spcAft>
              <a:buSzPts val="1400"/>
              <a:buNone/>
            </a:pPr>
            <a:r>
              <a:rPr lang="en-US" sz="1800" b="0" i="0" u="none" strike="noStrike">
                <a:solidFill>
                  <a:srgbClr val="000000"/>
                </a:solidFill>
                <a:latin typeface="Arial"/>
                <a:ea typeface="Arial"/>
                <a:cs typeface="Arial"/>
                <a:sym typeface="Arial"/>
              </a:rPr>
              <a:t>He will continue with the next part of our presentation.</a:t>
            </a:r>
            <a:endParaRPr b="0"/>
          </a:p>
        </p:txBody>
      </p:sp>
      <p:sp>
        <p:nvSpPr>
          <p:cNvPr id="418" name="Google Shape;418;g3d5f58f541d_1_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3d5f58f541d_2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7" name="Google Shape;427;g3d5f58f541d_2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800" b="1" i="0" u="none" strike="noStrike">
                <a:solidFill>
                  <a:srgbClr val="000000"/>
                </a:solidFill>
                <a:latin typeface="Arial"/>
                <a:ea typeface="Arial"/>
                <a:cs typeface="Arial"/>
                <a:sym typeface="Arial"/>
              </a:rPr>
              <a:t>Slide 15: Methodology</a:t>
            </a:r>
            <a:endParaRPr b="1"/>
          </a:p>
          <a:p>
            <a:pPr marL="0" lvl="0" indent="0" algn="l" rtl="0">
              <a:lnSpc>
                <a:spcPct val="100000"/>
              </a:lnSpc>
              <a:spcBef>
                <a:spcPts val="1600"/>
              </a:spcBef>
              <a:spcAft>
                <a:spcPts val="0"/>
              </a:spcAft>
              <a:buSzPts val="1400"/>
              <a:buNone/>
            </a:pPr>
            <a:r>
              <a:rPr lang="en-US" sz="1800" b="1" i="0" u="none" strike="noStrike">
                <a:solidFill>
                  <a:srgbClr val="000000"/>
                </a:solidFill>
                <a:latin typeface="Arial"/>
                <a:ea typeface="Arial"/>
                <a:cs typeface="Arial"/>
                <a:sym typeface="Arial"/>
              </a:rPr>
              <a:t>✨ Now I would like to introduce my teammate, </a:t>
            </a:r>
            <a:r>
              <a:rPr lang="en-US" sz="1800" b="1">
                <a:solidFill>
                  <a:srgbClr val="000000"/>
                </a:solidFill>
                <a:latin typeface="Arial"/>
                <a:ea typeface="Arial"/>
                <a:cs typeface="Arial"/>
                <a:sym typeface="Arial"/>
              </a:rPr>
              <a:t>____</a:t>
            </a:r>
            <a:r>
              <a:rPr lang="en-US" sz="1800" b="1" i="0" u="none" strike="noStrike">
                <a:solidFill>
                  <a:srgbClr val="000000"/>
                </a:solidFill>
                <a:latin typeface="Arial"/>
                <a:ea typeface="Arial"/>
                <a:cs typeface="Arial"/>
                <a:sym typeface="Arial"/>
              </a:rPr>
              <a:t>.</a:t>
            </a:r>
            <a:endParaRPr b="0"/>
          </a:p>
          <a:p>
            <a:pPr marL="0" lvl="0" indent="0" algn="l" rtl="0">
              <a:lnSpc>
                <a:spcPct val="100000"/>
              </a:lnSpc>
              <a:spcBef>
                <a:spcPts val="2400"/>
              </a:spcBef>
              <a:spcAft>
                <a:spcPts val="0"/>
              </a:spcAft>
              <a:buSzPts val="1400"/>
              <a:buNone/>
            </a:pPr>
            <a:r>
              <a:rPr lang="en-US" sz="1800" b="0" i="0" u="none" strike="noStrike">
                <a:solidFill>
                  <a:srgbClr val="000000"/>
                </a:solidFill>
                <a:latin typeface="Arial"/>
                <a:ea typeface="Arial"/>
                <a:cs typeface="Arial"/>
                <a:sym typeface="Arial"/>
              </a:rPr>
              <a:t>He will continue with the next part of our presentation.</a:t>
            </a:r>
            <a:endParaRPr b="0"/>
          </a:p>
        </p:txBody>
      </p:sp>
      <p:sp>
        <p:nvSpPr>
          <p:cNvPr id="428" name="Google Shape;428;g3d5f58f541d_2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3d5f58f541d_1_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5" name="Google Shape;445;g3d5f58f541d_1_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800" b="1" i="0" u="none" strike="noStrike">
                <a:solidFill>
                  <a:srgbClr val="000000"/>
                </a:solidFill>
                <a:latin typeface="Arial"/>
                <a:ea typeface="Arial"/>
                <a:cs typeface="Arial"/>
                <a:sym typeface="Arial"/>
              </a:rPr>
              <a:t>Slide 15: Methodology</a:t>
            </a:r>
            <a:endParaRPr b="1"/>
          </a:p>
          <a:p>
            <a:pPr marL="0" lvl="0" indent="0" algn="l" rtl="0">
              <a:lnSpc>
                <a:spcPct val="100000"/>
              </a:lnSpc>
              <a:spcBef>
                <a:spcPts val="1600"/>
              </a:spcBef>
              <a:spcAft>
                <a:spcPts val="0"/>
              </a:spcAft>
              <a:buSzPts val="1400"/>
              <a:buNone/>
            </a:pPr>
            <a:r>
              <a:rPr lang="en-US" sz="1800" b="1" i="0" u="none" strike="noStrike">
                <a:solidFill>
                  <a:srgbClr val="000000"/>
                </a:solidFill>
                <a:latin typeface="Arial"/>
                <a:ea typeface="Arial"/>
                <a:cs typeface="Arial"/>
                <a:sym typeface="Arial"/>
              </a:rPr>
              <a:t>✨ Now I would like to introduce my teammate, </a:t>
            </a:r>
            <a:r>
              <a:rPr lang="en-US" sz="1800" b="1">
                <a:solidFill>
                  <a:srgbClr val="000000"/>
                </a:solidFill>
                <a:latin typeface="Arial"/>
                <a:ea typeface="Arial"/>
                <a:cs typeface="Arial"/>
                <a:sym typeface="Arial"/>
              </a:rPr>
              <a:t>____</a:t>
            </a:r>
            <a:r>
              <a:rPr lang="en-US" sz="1800" b="1" i="0" u="none" strike="noStrike">
                <a:solidFill>
                  <a:srgbClr val="000000"/>
                </a:solidFill>
                <a:latin typeface="Arial"/>
                <a:ea typeface="Arial"/>
                <a:cs typeface="Arial"/>
                <a:sym typeface="Arial"/>
              </a:rPr>
              <a:t>.</a:t>
            </a:r>
            <a:endParaRPr b="0"/>
          </a:p>
          <a:p>
            <a:pPr marL="0" lvl="0" indent="0" algn="l" rtl="0">
              <a:lnSpc>
                <a:spcPct val="100000"/>
              </a:lnSpc>
              <a:spcBef>
                <a:spcPts val="2400"/>
              </a:spcBef>
              <a:spcAft>
                <a:spcPts val="0"/>
              </a:spcAft>
              <a:buSzPts val="1400"/>
              <a:buNone/>
            </a:pPr>
            <a:r>
              <a:rPr lang="en-US" sz="1800" b="0" i="0" u="none" strike="noStrike">
                <a:solidFill>
                  <a:srgbClr val="000000"/>
                </a:solidFill>
                <a:latin typeface="Arial"/>
                <a:ea typeface="Arial"/>
                <a:cs typeface="Arial"/>
                <a:sym typeface="Arial"/>
              </a:rPr>
              <a:t>He will continue with the next part of our presentation.</a:t>
            </a:r>
            <a:endParaRPr b="0"/>
          </a:p>
        </p:txBody>
      </p:sp>
      <p:sp>
        <p:nvSpPr>
          <p:cNvPr id="446" name="Google Shape;446;g3d5f58f541d_1_6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3d5f58f541d_1_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3" name="Google Shape;463;g3d5f58f541d_1_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800" b="1" i="0" u="none" strike="noStrike">
                <a:solidFill>
                  <a:srgbClr val="000000"/>
                </a:solidFill>
                <a:latin typeface="Arial"/>
                <a:ea typeface="Arial"/>
                <a:cs typeface="Arial"/>
                <a:sym typeface="Arial"/>
              </a:rPr>
              <a:t>Slide 15: Methodology</a:t>
            </a:r>
            <a:endParaRPr b="1"/>
          </a:p>
          <a:p>
            <a:pPr marL="0" lvl="0" indent="0" algn="l" rtl="0">
              <a:lnSpc>
                <a:spcPct val="100000"/>
              </a:lnSpc>
              <a:spcBef>
                <a:spcPts val="1600"/>
              </a:spcBef>
              <a:spcAft>
                <a:spcPts val="0"/>
              </a:spcAft>
              <a:buSzPts val="1400"/>
              <a:buNone/>
            </a:pPr>
            <a:r>
              <a:rPr lang="en-US" sz="1800" b="1" i="0" u="none" strike="noStrike">
                <a:solidFill>
                  <a:srgbClr val="000000"/>
                </a:solidFill>
                <a:latin typeface="Arial"/>
                <a:ea typeface="Arial"/>
                <a:cs typeface="Arial"/>
                <a:sym typeface="Arial"/>
              </a:rPr>
              <a:t>✨ Now I would like to introduce my teammate, </a:t>
            </a:r>
            <a:r>
              <a:rPr lang="en-US" sz="1800" b="1">
                <a:solidFill>
                  <a:srgbClr val="000000"/>
                </a:solidFill>
                <a:latin typeface="Arial"/>
                <a:ea typeface="Arial"/>
                <a:cs typeface="Arial"/>
                <a:sym typeface="Arial"/>
              </a:rPr>
              <a:t>____</a:t>
            </a:r>
            <a:r>
              <a:rPr lang="en-US" sz="1800" b="1" i="0" u="none" strike="noStrike">
                <a:solidFill>
                  <a:srgbClr val="000000"/>
                </a:solidFill>
                <a:latin typeface="Arial"/>
                <a:ea typeface="Arial"/>
                <a:cs typeface="Arial"/>
                <a:sym typeface="Arial"/>
              </a:rPr>
              <a:t>.</a:t>
            </a:r>
            <a:endParaRPr b="0"/>
          </a:p>
          <a:p>
            <a:pPr marL="0" lvl="0" indent="0" algn="l" rtl="0">
              <a:lnSpc>
                <a:spcPct val="100000"/>
              </a:lnSpc>
              <a:spcBef>
                <a:spcPts val="2400"/>
              </a:spcBef>
              <a:spcAft>
                <a:spcPts val="0"/>
              </a:spcAft>
              <a:buSzPts val="1400"/>
              <a:buNone/>
            </a:pPr>
            <a:r>
              <a:rPr lang="en-US" sz="1800" b="0" i="0" u="none" strike="noStrike">
                <a:solidFill>
                  <a:srgbClr val="000000"/>
                </a:solidFill>
                <a:latin typeface="Arial"/>
                <a:ea typeface="Arial"/>
                <a:cs typeface="Arial"/>
                <a:sym typeface="Arial"/>
              </a:rPr>
              <a:t>He will continue with the next part of our presentation.</a:t>
            </a:r>
            <a:endParaRPr b="0"/>
          </a:p>
        </p:txBody>
      </p:sp>
      <p:sp>
        <p:nvSpPr>
          <p:cNvPr id="464" name="Google Shape;464;g3d5f58f541d_1_8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3d5f58f541d_1_1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1" name="Google Shape;481;g3d5f58f541d_1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800" b="1" i="0" u="none" strike="noStrike">
                <a:solidFill>
                  <a:srgbClr val="000000"/>
                </a:solidFill>
                <a:latin typeface="Arial"/>
                <a:ea typeface="Arial"/>
                <a:cs typeface="Arial"/>
                <a:sym typeface="Arial"/>
              </a:rPr>
              <a:t>Slide 15: Methodology</a:t>
            </a:r>
            <a:endParaRPr b="1"/>
          </a:p>
          <a:p>
            <a:pPr marL="0" lvl="0" indent="0" algn="l" rtl="0">
              <a:lnSpc>
                <a:spcPct val="100000"/>
              </a:lnSpc>
              <a:spcBef>
                <a:spcPts val="1600"/>
              </a:spcBef>
              <a:spcAft>
                <a:spcPts val="0"/>
              </a:spcAft>
              <a:buSzPts val="1400"/>
              <a:buNone/>
            </a:pPr>
            <a:r>
              <a:rPr lang="en-US" sz="1800" b="1" i="0" u="none" strike="noStrike">
                <a:solidFill>
                  <a:srgbClr val="000000"/>
                </a:solidFill>
                <a:latin typeface="Arial"/>
                <a:ea typeface="Arial"/>
                <a:cs typeface="Arial"/>
                <a:sym typeface="Arial"/>
              </a:rPr>
              <a:t>✨ Now I would like to introduce my teammate, </a:t>
            </a:r>
            <a:r>
              <a:rPr lang="en-US" sz="1800" b="1">
                <a:solidFill>
                  <a:srgbClr val="000000"/>
                </a:solidFill>
                <a:latin typeface="Arial"/>
                <a:ea typeface="Arial"/>
                <a:cs typeface="Arial"/>
                <a:sym typeface="Arial"/>
              </a:rPr>
              <a:t>____</a:t>
            </a:r>
            <a:r>
              <a:rPr lang="en-US" sz="1800" b="1" i="0" u="none" strike="noStrike">
                <a:solidFill>
                  <a:srgbClr val="000000"/>
                </a:solidFill>
                <a:latin typeface="Arial"/>
                <a:ea typeface="Arial"/>
                <a:cs typeface="Arial"/>
                <a:sym typeface="Arial"/>
              </a:rPr>
              <a:t>.</a:t>
            </a:r>
            <a:endParaRPr b="0"/>
          </a:p>
          <a:p>
            <a:pPr marL="0" lvl="0" indent="0" algn="l" rtl="0">
              <a:lnSpc>
                <a:spcPct val="100000"/>
              </a:lnSpc>
              <a:spcBef>
                <a:spcPts val="2400"/>
              </a:spcBef>
              <a:spcAft>
                <a:spcPts val="0"/>
              </a:spcAft>
              <a:buSzPts val="1400"/>
              <a:buNone/>
            </a:pPr>
            <a:r>
              <a:rPr lang="en-US" sz="1800" b="0" i="0" u="none" strike="noStrike">
                <a:solidFill>
                  <a:srgbClr val="000000"/>
                </a:solidFill>
                <a:latin typeface="Arial"/>
                <a:ea typeface="Arial"/>
                <a:cs typeface="Arial"/>
                <a:sym typeface="Arial"/>
              </a:rPr>
              <a:t>He will continue with the next part of our presentation.</a:t>
            </a:r>
            <a:endParaRPr b="0"/>
          </a:p>
        </p:txBody>
      </p:sp>
      <p:sp>
        <p:nvSpPr>
          <p:cNvPr id="482" name="Google Shape;482;g3d5f58f541d_1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3d5f58f541d_2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9" name="Google Shape;499;g3d5f58f541d_2_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0" name="Google Shape;500;g3d5f58f541d_2_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3cebe4a6f20_0_1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8" name="Google Shape;508;g3cebe4a6f20_0_1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800" b="1" i="0" u="none" strike="noStrike">
                <a:solidFill>
                  <a:srgbClr val="000000"/>
                </a:solidFill>
                <a:latin typeface="Arial"/>
                <a:ea typeface="Arial"/>
                <a:cs typeface="Arial"/>
                <a:sym typeface="Arial"/>
              </a:rPr>
              <a:t>Slide 15: Methodology</a:t>
            </a:r>
            <a:endParaRPr b="1"/>
          </a:p>
          <a:p>
            <a:pPr marL="0" lvl="0" indent="0" algn="l" rtl="0">
              <a:lnSpc>
                <a:spcPct val="100000"/>
              </a:lnSpc>
              <a:spcBef>
                <a:spcPts val="1600"/>
              </a:spcBef>
              <a:spcAft>
                <a:spcPts val="0"/>
              </a:spcAft>
              <a:buSzPts val="1400"/>
              <a:buNone/>
            </a:pPr>
            <a:r>
              <a:rPr lang="en-US" sz="1800" b="1" i="0" u="none" strike="noStrike">
                <a:solidFill>
                  <a:srgbClr val="000000"/>
                </a:solidFill>
                <a:latin typeface="Arial"/>
                <a:ea typeface="Arial"/>
                <a:cs typeface="Arial"/>
                <a:sym typeface="Arial"/>
              </a:rPr>
              <a:t>✨ Now I would like to introduce my teammate, </a:t>
            </a:r>
            <a:r>
              <a:rPr lang="en-US" sz="1800" b="1">
                <a:solidFill>
                  <a:srgbClr val="000000"/>
                </a:solidFill>
                <a:latin typeface="Arial"/>
                <a:ea typeface="Arial"/>
                <a:cs typeface="Arial"/>
                <a:sym typeface="Arial"/>
              </a:rPr>
              <a:t>____</a:t>
            </a:r>
            <a:r>
              <a:rPr lang="en-US" sz="1800" b="1" i="0" u="none" strike="noStrike">
                <a:solidFill>
                  <a:srgbClr val="000000"/>
                </a:solidFill>
                <a:latin typeface="Arial"/>
                <a:ea typeface="Arial"/>
                <a:cs typeface="Arial"/>
                <a:sym typeface="Arial"/>
              </a:rPr>
              <a:t>.</a:t>
            </a:r>
            <a:endParaRPr b="0"/>
          </a:p>
          <a:p>
            <a:pPr marL="0" lvl="0" indent="0" algn="l" rtl="0">
              <a:lnSpc>
                <a:spcPct val="100000"/>
              </a:lnSpc>
              <a:spcBef>
                <a:spcPts val="2400"/>
              </a:spcBef>
              <a:spcAft>
                <a:spcPts val="0"/>
              </a:spcAft>
              <a:buSzPts val="1400"/>
              <a:buNone/>
            </a:pPr>
            <a:r>
              <a:rPr lang="en-US" sz="1800" b="0" i="0" u="none" strike="noStrike">
                <a:solidFill>
                  <a:srgbClr val="000000"/>
                </a:solidFill>
                <a:latin typeface="Arial"/>
                <a:ea typeface="Arial"/>
                <a:cs typeface="Arial"/>
                <a:sym typeface="Arial"/>
              </a:rPr>
              <a:t>He will continue with the next part of our presentation.</a:t>
            </a:r>
            <a:endParaRPr b="0"/>
          </a:p>
        </p:txBody>
      </p:sp>
      <p:sp>
        <p:nvSpPr>
          <p:cNvPr id="509" name="Google Shape;509;g3cebe4a6f20_0_1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3d5f58f541d_1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7" name="Google Shape;517;g3d5f58f541d_1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3ced5e30a9e_2_1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6" name="Google Shape;526;g3ced5e30a9e_2_1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7" name="Google Shape;527;g3ced5e30a9e_2_1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3ced5e30a9e_10_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5" name="Google Shape;535;g3ced5e30a9e_10_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3ced5e30a9e_2_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4" name="Google Shape;544;g3ced5e30a9e_2_1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5" name="Google Shape;545;g3ced5e30a9e_2_10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p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3" name="Google Shape;553;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74"/>
          <p:cNvSpPr txBox="1">
            <a:spLocks noGrp="1"/>
          </p:cNvSpPr>
          <p:nvPr>
            <p:ph type="title"/>
          </p:nvPr>
        </p:nvSpPr>
        <p:spPr>
          <a:xfrm>
            <a:off x="1143000" y="609600"/>
            <a:ext cx="9875520" cy="135636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4"/>
          <p:cNvSpPr txBox="1">
            <a:spLocks noGrp="1"/>
          </p:cNvSpPr>
          <p:nvPr>
            <p:ph type="body" idx="1"/>
          </p:nvPr>
        </p:nvSpPr>
        <p:spPr>
          <a:xfrm>
            <a:off x="1143000" y="2057400"/>
            <a:ext cx="9872871" cy="4038600"/>
          </a:xfrm>
          <a:prstGeom prst="rect">
            <a:avLst/>
          </a:prstGeom>
          <a:noFill/>
          <a:ln>
            <a:noFill/>
          </a:ln>
        </p:spPr>
        <p:txBody>
          <a:bodyPr spcFirstLastPara="1" wrap="square" lIns="91425" tIns="45700" rIns="91425" bIns="45700" anchor="t" anchorCtr="0">
            <a:normAutofit/>
          </a:bodyPr>
          <a:lstStyle>
            <a:lvl1pPr marL="457200" lvl="0" indent="-320040" algn="l">
              <a:lnSpc>
                <a:spcPct val="90000"/>
              </a:lnSpc>
              <a:spcBef>
                <a:spcPts val="1400"/>
              </a:spcBef>
              <a:spcAft>
                <a:spcPts val="0"/>
              </a:spcAft>
              <a:buSzPts val="1440"/>
              <a:buChar char="•"/>
              <a:defRPr/>
            </a:lvl1pPr>
            <a:lvl2pPr marL="914400" lvl="1" indent="-320040" algn="l">
              <a:lnSpc>
                <a:spcPct val="90000"/>
              </a:lnSpc>
              <a:spcBef>
                <a:spcPts val="200"/>
              </a:spcBef>
              <a:spcAft>
                <a:spcPts val="0"/>
              </a:spcAft>
              <a:buSzPts val="1440"/>
              <a:buChar char="•"/>
              <a:defRPr/>
            </a:lvl2pPr>
            <a:lvl3pPr marL="1371600" lvl="2" indent="-320040" algn="l">
              <a:lnSpc>
                <a:spcPct val="90000"/>
              </a:lnSpc>
              <a:spcBef>
                <a:spcPts val="400"/>
              </a:spcBef>
              <a:spcAft>
                <a:spcPts val="0"/>
              </a:spcAft>
              <a:buSzPts val="1440"/>
              <a:buChar char="•"/>
              <a:defRPr/>
            </a:lvl3pPr>
            <a:lvl4pPr marL="1828800" lvl="3" indent="-320040" algn="l">
              <a:lnSpc>
                <a:spcPct val="90000"/>
              </a:lnSpc>
              <a:spcBef>
                <a:spcPts val="400"/>
              </a:spcBef>
              <a:spcAft>
                <a:spcPts val="0"/>
              </a:spcAft>
              <a:buSzPts val="1440"/>
              <a:buChar char="•"/>
              <a:defRPr/>
            </a:lvl4pPr>
            <a:lvl5pPr marL="2286000" lvl="4" indent="-320040" algn="l">
              <a:lnSpc>
                <a:spcPct val="90000"/>
              </a:lnSpc>
              <a:spcBef>
                <a:spcPts val="400"/>
              </a:spcBef>
              <a:spcAft>
                <a:spcPts val="0"/>
              </a:spcAft>
              <a:buSzPts val="1440"/>
              <a:buChar char="•"/>
              <a:defRPr/>
            </a:lvl5pPr>
            <a:lvl6pPr marL="2743200" lvl="5" indent="-320040" algn="l">
              <a:lnSpc>
                <a:spcPct val="90000"/>
              </a:lnSpc>
              <a:spcBef>
                <a:spcPts val="400"/>
              </a:spcBef>
              <a:spcAft>
                <a:spcPts val="0"/>
              </a:spcAft>
              <a:buSzPts val="1440"/>
              <a:buChar char="•"/>
              <a:defRPr/>
            </a:lvl6pPr>
            <a:lvl7pPr marL="3200400" lvl="6" indent="-320040" algn="l">
              <a:lnSpc>
                <a:spcPct val="90000"/>
              </a:lnSpc>
              <a:spcBef>
                <a:spcPts val="400"/>
              </a:spcBef>
              <a:spcAft>
                <a:spcPts val="0"/>
              </a:spcAft>
              <a:buSzPts val="1440"/>
              <a:buChar char="•"/>
              <a:defRPr/>
            </a:lvl7pPr>
            <a:lvl8pPr marL="3657600" lvl="7" indent="-320040" algn="l">
              <a:lnSpc>
                <a:spcPct val="90000"/>
              </a:lnSpc>
              <a:spcBef>
                <a:spcPts val="400"/>
              </a:spcBef>
              <a:spcAft>
                <a:spcPts val="0"/>
              </a:spcAft>
              <a:buSzPts val="1440"/>
              <a:buChar char="•"/>
              <a:defRPr/>
            </a:lvl8pPr>
            <a:lvl9pPr marL="4114800" lvl="8" indent="-320040" algn="l">
              <a:lnSpc>
                <a:spcPct val="90000"/>
              </a:lnSpc>
              <a:spcBef>
                <a:spcPts val="400"/>
              </a:spcBef>
              <a:spcAft>
                <a:spcPts val="400"/>
              </a:spcAft>
              <a:buSzPts val="1440"/>
              <a:buChar char="•"/>
              <a:defRPr/>
            </a:lvl9pPr>
          </a:lstStyle>
          <a:p>
            <a:endParaRPr/>
          </a:p>
        </p:txBody>
      </p:sp>
      <p:sp>
        <p:nvSpPr>
          <p:cNvPr id="19" name="Google Shape;19;p74"/>
          <p:cNvSpPr txBox="1">
            <a:spLocks noGrp="1"/>
          </p:cNvSpPr>
          <p:nvPr>
            <p:ph type="dt" idx="10"/>
          </p:nvPr>
        </p:nvSpPr>
        <p:spPr>
          <a:xfrm>
            <a:off x="1142996" y="6223828"/>
            <a:ext cx="2329074"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74"/>
          <p:cNvSpPr txBox="1">
            <a:spLocks noGrp="1"/>
          </p:cNvSpPr>
          <p:nvPr>
            <p:ph type="ftr" idx="11"/>
          </p:nvPr>
        </p:nvSpPr>
        <p:spPr>
          <a:xfrm>
            <a:off x="3949148" y="6223828"/>
            <a:ext cx="471777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74"/>
          <p:cNvSpPr txBox="1">
            <a:spLocks noGrp="1"/>
          </p:cNvSpPr>
          <p:nvPr>
            <p:ph type="sldNum" idx="12"/>
          </p:nvPr>
        </p:nvSpPr>
        <p:spPr>
          <a:xfrm>
            <a:off x="9329530" y="6223828"/>
            <a:ext cx="170621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
        <p:cNvGrpSpPr/>
        <p:nvPr/>
      </p:nvGrpSpPr>
      <p:grpSpPr>
        <a:xfrm>
          <a:off x="0" y="0"/>
          <a:ext cx="0" cy="0"/>
          <a:chOff x="0" y="0"/>
          <a:chExt cx="0" cy="0"/>
        </a:xfrm>
      </p:grpSpPr>
      <p:sp>
        <p:nvSpPr>
          <p:cNvPr id="23" name="Google Shape;23;p75"/>
          <p:cNvSpPr txBox="1">
            <a:spLocks noGrp="1"/>
          </p:cNvSpPr>
          <p:nvPr>
            <p:ph type="title"/>
          </p:nvPr>
        </p:nvSpPr>
        <p:spPr>
          <a:xfrm>
            <a:off x="1143000" y="609600"/>
            <a:ext cx="9875520" cy="135636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75"/>
          <p:cNvSpPr txBox="1">
            <a:spLocks noGrp="1"/>
          </p:cNvSpPr>
          <p:nvPr>
            <p:ph type="dt" idx="10"/>
          </p:nvPr>
        </p:nvSpPr>
        <p:spPr>
          <a:xfrm>
            <a:off x="1142996" y="6223828"/>
            <a:ext cx="2329074"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5"/>
          <p:cNvSpPr txBox="1">
            <a:spLocks noGrp="1"/>
          </p:cNvSpPr>
          <p:nvPr>
            <p:ph type="ftr" idx="11"/>
          </p:nvPr>
        </p:nvSpPr>
        <p:spPr>
          <a:xfrm>
            <a:off x="3949148" y="6223828"/>
            <a:ext cx="471777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5"/>
          <p:cNvSpPr txBox="1">
            <a:spLocks noGrp="1"/>
          </p:cNvSpPr>
          <p:nvPr>
            <p:ph type="sldNum" idx="12"/>
          </p:nvPr>
        </p:nvSpPr>
        <p:spPr>
          <a:xfrm>
            <a:off x="9329530" y="6223828"/>
            <a:ext cx="170621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27"/>
        <p:cNvGrpSpPr/>
        <p:nvPr/>
      </p:nvGrpSpPr>
      <p:grpSpPr>
        <a:xfrm>
          <a:off x="0" y="0"/>
          <a:ext cx="0" cy="0"/>
          <a:chOff x="0" y="0"/>
          <a:chExt cx="0" cy="0"/>
        </a:xfrm>
      </p:grpSpPr>
      <p:sp>
        <p:nvSpPr>
          <p:cNvPr id="28" name="Google Shape;28;p19"/>
          <p:cNvSpPr/>
          <p:nvPr/>
        </p:nvSpPr>
        <p:spPr>
          <a:xfrm rot="10800000">
            <a:off x="-22469" y="-43472"/>
            <a:ext cx="4099392" cy="918003"/>
          </a:xfrm>
          <a:custGeom>
            <a:avLst/>
            <a:gdLst/>
            <a:ahLst/>
            <a:cxnLst/>
            <a:rect l="l" t="t" r="r" b="b"/>
            <a:pathLst>
              <a:path w="37418" h="8379" extrusionOk="0">
                <a:moveTo>
                  <a:pt x="22572" y="1"/>
                </a:moveTo>
                <a:cubicBezTo>
                  <a:pt x="21393" y="1"/>
                  <a:pt x="20222" y="250"/>
                  <a:pt x="19210" y="810"/>
                </a:cubicBezTo>
                <a:cubicBezTo>
                  <a:pt x="17478" y="1813"/>
                  <a:pt x="16840" y="2999"/>
                  <a:pt x="14803" y="3029"/>
                </a:cubicBezTo>
                <a:cubicBezTo>
                  <a:pt x="14741" y="3030"/>
                  <a:pt x="14680" y="3031"/>
                  <a:pt x="14618" y="3031"/>
                </a:cubicBezTo>
                <a:cubicBezTo>
                  <a:pt x="12381" y="3031"/>
                  <a:pt x="10367" y="2287"/>
                  <a:pt x="8235" y="2287"/>
                </a:cubicBezTo>
                <a:cubicBezTo>
                  <a:pt x="7343" y="2287"/>
                  <a:pt x="6430" y="2417"/>
                  <a:pt x="5472" y="2786"/>
                </a:cubicBezTo>
                <a:cubicBezTo>
                  <a:pt x="2706" y="3850"/>
                  <a:pt x="912" y="5704"/>
                  <a:pt x="0" y="8379"/>
                </a:cubicBezTo>
                <a:lnTo>
                  <a:pt x="37417" y="8379"/>
                </a:lnTo>
                <a:lnTo>
                  <a:pt x="37417" y="2178"/>
                </a:lnTo>
                <a:cubicBezTo>
                  <a:pt x="37357" y="2209"/>
                  <a:pt x="37296" y="2239"/>
                  <a:pt x="37235" y="2239"/>
                </a:cubicBezTo>
                <a:cubicBezTo>
                  <a:pt x="35732" y="2814"/>
                  <a:pt x="34489" y="3050"/>
                  <a:pt x="33364" y="3050"/>
                </a:cubicBezTo>
                <a:cubicBezTo>
                  <a:pt x="30805" y="3050"/>
                  <a:pt x="28856" y="1832"/>
                  <a:pt x="25837" y="628"/>
                </a:cubicBezTo>
                <a:cubicBezTo>
                  <a:pt x="24828" y="227"/>
                  <a:pt x="23696" y="1"/>
                  <a:pt x="22572" y="1"/>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9" name="Google Shape;29;p19"/>
          <p:cNvSpPr/>
          <p:nvPr/>
        </p:nvSpPr>
        <p:spPr>
          <a:xfrm rot="-3600024" flipH="1">
            <a:off x="10414887" y="5707495"/>
            <a:ext cx="2604003" cy="1385256"/>
          </a:xfrm>
          <a:custGeom>
            <a:avLst/>
            <a:gdLst/>
            <a:ahLst/>
            <a:cxnLst/>
            <a:rect l="l" t="t" r="r" b="b"/>
            <a:pathLst>
              <a:path w="28056" h="14925" extrusionOk="0">
                <a:moveTo>
                  <a:pt x="19392" y="426"/>
                </a:moveTo>
                <a:cubicBezTo>
                  <a:pt x="19210" y="456"/>
                  <a:pt x="19058" y="487"/>
                  <a:pt x="18876" y="517"/>
                </a:cubicBezTo>
                <a:cubicBezTo>
                  <a:pt x="17265" y="882"/>
                  <a:pt x="15775" y="1642"/>
                  <a:pt x="14529" y="2736"/>
                </a:cubicBezTo>
                <a:cubicBezTo>
                  <a:pt x="13253" y="3861"/>
                  <a:pt x="12128" y="5289"/>
                  <a:pt x="10608" y="6140"/>
                </a:cubicBezTo>
                <a:cubicBezTo>
                  <a:pt x="8754" y="7174"/>
                  <a:pt x="6657" y="6657"/>
                  <a:pt x="4651" y="6839"/>
                </a:cubicBezTo>
                <a:cubicBezTo>
                  <a:pt x="3465" y="6931"/>
                  <a:pt x="2158" y="7356"/>
                  <a:pt x="1429" y="8359"/>
                </a:cubicBezTo>
                <a:cubicBezTo>
                  <a:pt x="0" y="10365"/>
                  <a:pt x="1611" y="12341"/>
                  <a:pt x="3374" y="13374"/>
                </a:cubicBezTo>
                <a:cubicBezTo>
                  <a:pt x="5532" y="14651"/>
                  <a:pt x="8207" y="14894"/>
                  <a:pt x="10669" y="14925"/>
                </a:cubicBezTo>
                <a:cubicBezTo>
                  <a:pt x="12918" y="14925"/>
                  <a:pt x="15198" y="14681"/>
                  <a:pt x="17356" y="14013"/>
                </a:cubicBezTo>
                <a:cubicBezTo>
                  <a:pt x="20304" y="13101"/>
                  <a:pt x="23587" y="11520"/>
                  <a:pt x="25806" y="9332"/>
                </a:cubicBezTo>
                <a:cubicBezTo>
                  <a:pt x="27417" y="7721"/>
                  <a:pt x="28055" y="5107"/>
                  <a:pt x="26931" y="3040"/>
                </a:cubicBezTo>
                <a:cubicBezTo>
                  <a:pt x="25532" y="517"/>
                  <a:pt x="21976" y="0"/>
                  <a:pt x="19392" y="426"/>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30" name="Google Shape;30;p19"/>
          <p:cNvSpPr/>
          <p:nvPr/>
        </p:nvSpPr>
        <p:spPr>
          <a:xfrm rot="10800000">
            <a:off x="11591029" y="5530784"/>
            <a:ext cx="1808289" cy="1808289"/>
          </a:xfrm>
          <a:custGeom>
            <a:avLst/>
            <a:gdLst/>
            <a:ahLst/>
            <a:cxnLst/>
            <a:rect l="l" t="t" r="r" b="b"/>
            <a:pathLst>
              <a:path w="15971" h="15971" fill="none" extrusionOk="0">
                <a:moveTo>
                  <a:pt x="15971" y="7986"/>
                </a:moveTo>
                <a:cubicBezTo>
                  <a:pt x="15971" y="12390"/>
                  <a:pt x="12389" y="15971"/>
                  <a:pt x="7986" y="15971"/>
                </a:cubicBezTo>
                <a:cubicBezTo>
                  <a:pt x="3569" y="15971"/>
                  <a:pt x="0" y="12390"/>
                  <a:pt x="0" y="7986"/>
                </a:cubicBezTo>
                <a:cubicBezTo>
                  <a:pt x="0" y="3569"/>
                  <a:pt x="3569" y="1"/>
                  <a:pt x="7986" y="1"/>
                </a:cubicBezTo>
                <a:cubicBezTo>
                  <a:pt x="12389" y="1"/>
                  <a:pt x="15971" y="3569"/>
                  <a:pt x="15971" y="7986"/>
                </a:cubicBezTo>
                <a:close/>
              </a:path>
            </a:pathLst>
          </a:custGeom>
          <a:noFill/>
          <a:ln w="19050" cap="flat" cmpd="sng">
            <a:solidFill>
              <a:schemeClr val="accent4"/>
            </a:solidFill>
            <a:prstDash val="solid"/>
            <a:miter lim="13264"/>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31" name="Google Shape;31;p19"/>
          <p:cNvSpPr/>
          <p:nvPr/>
        </p:nvSpPr>
        <p:spPr>
          <a:xfrm rot="10800000">
            <a:off x="-665835" y="-407090"/>
            <a:ext cx="1401445" cy="1277545"/>
          </a:xfrm>
          <a:custGeom>
            <a:avLst/>
            <a:gdLst/>
            <a:ahLst/>
            <a:cxnLst/>
            <a:rect l="l" t="t" r="r" b="b"/>
            <a:pathLst>
              <a:path w="18505" h="16869" extrusionOk="0">
                <a:moveTo>
                  <a:pt x="9252" y="0"/>
                </a:moveTo>
                <a:cubicBezTo>
                  <a:pt x="7094" y="0"/>
                  <a:pt x="4935" y="823"/>
                  <a:pt x="3290" y="2467"/>
                </a:cubicBezTo>
                <a:cubicBezTo>
                  <a:pt x="1" y="5770"/>
                  <a:pt x="1" y="11102"/>
                  <a:pt x="3290" y="14392"/>
                </a:cubicBezTo>
                <a:cubicBezTo>
                  <a:pt x="4935" y="16043"/>
                  <a:pt x="7094" y="16869"/>
                  <a:pt x="9252" y="16869"/>
                </a:cubicBezTo>
                <a:cubicBezTo>
                  <a:pt x="11411" y="16869"/>
                  <a:pt x="13570" y="16043"/>
                  <a:pt x="15215" y="14392"/>
                </a:cubicBezTo>
                <a:cubicBezTo>
                  <a:pt x="18504" y="11102"/>
                  <a:pt x="18504" y="5770"/>
                  <a:pt x="15215" y="2467"/>
                </a:cubicBezTo>
                <a:cubicBezTo>
                  <a:pt x="13570" y="823"/>
                  <a:pt x="11411" y="0"/>
                  <a:pt x="9252" y="0"/>
                </a:cubicBezTo>
                <a:close/>
              </a:path>
            </a:pathLst>
          </a:custGeom>
          <a:solidFill>
            <a:schemeClr val="accent4"/>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32" name="Google Shape;32;p19"/>
          <p:cNvSpPr txBox="1">
            <a:spLocks noGrp="1"/>
          </p:cNvSpPr>
          <p:nvPr>
            <p:ph type="sldNum" idx="12"/>
          </p:nvPr>
        </p:nvSpPr>
        <p:spPr>
          <a:xfrm>
            <a:off x="11409045" y="6333134"/>
            <a:ext cx="731700" cy="525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200"/>
              <a:buFont typeface="Arial"/>
              <a:buNone/>
              <a:defRPr sz="13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200"/>
              <a:buFont typeface="Arial"/>
              <a:buNone/>
              <a:defRPr sz="13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200"/>
              <a:buFont typeface="Arial"/>
              <a:buNone/>
              <a:defRPr sz="13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200"/>
              <a:buFont typeface="Arial"/>
              <a:buNone/>
              <a:defRPr sz="13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200"/>
              <a:buFont typeface="Arial"/>
              <a:buNone/>
              <a:defRPr sz="13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200"/>
              <a:buFont typeface="Arial"/>
              <a:buNone/>
              <a:defRPr sz="13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200"/>
              <a:buFont typeface="Arial"/>
              <a:buNone/>
              <a:defRPr sz="13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200"/>
              <a:buFont typeface="Arial"/>
              <a:buNone/>
              <a:defRPr sz="13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200"/>
              <a:buFont typeface="Arial"/>
              <a:buNone/>
              <a:defRPr sz="13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4 1">
  <p:cSld name="CAPTION_ONLY_1_1_1_1">
    <p:spTree>
      <p:nvGrpSpPr>
        <p:cNvPr id="1" name="Shape 33"/>
        <p:cNvGrpSpPr/>
        <p:nvPr/>
      </p:nvGrpSpPr>
      <p:grpSpPr>
        <a:xfrm>
          <a:off x="0" y="0"/>
          <a:ext cx="0" cy="0"/>
          <a:chOff x="0" y="0"/>
          <a:chExt cx="0" cy="0"/>
        </a:xfrm>
      </p:grpSpPr>
      <p:sp>
        <p:nvSpPr>
          <p:cNvPr id="34" name="Google Shape;34;g3ced5e30a9e_10_70"/>
          <p:cNvSpPr/>
          <p:nvPr/>
        </p:nvSpPr>
        <p:spPr>
          <a:xfrm rot="10800000">
            <a:off x="-22500" y="-43473"/>
            <a:ext cx="4099423" cy="918003"/>
          </a:xfrm>
          <a:custGeom>
            <a:avLst/>
            <a:gdLst/>
            <a:ahLst/>
            <a:cxnLst/>
            <a:rect l="l" t="t" r="r" b="b"/>
            <a:pathLst>
              <a:path w="37418" h="8379" extrusionOk="0">
                <a:moveTo>
                  <a:pt x="22572" y="1"/>
                </a:moveTo>
                <a:cubicBezTo>
                  <a:pt x="21393" y="1"/>
                  <a:pt x="20222" y="250"/>
                  <a:pt x="19210" y="810"/>
                </a:cubicBezTo>
                <a:cubicBezTo>
                  <a:pt x="17478" y="1813"/>
                  <a:pt x="16840" y="2999"/>
                  <a:pt x="14803" y="3029"/>
                </a:cubicBezTo>
                <a:cubicBezTo>
                  <a:pt x="14741" y="3030"/>
                  <a:pt x="14680" y="3031"/>
                  <a:pt x="14618" y="3031"/>
                </a:cubicBezTo>
                <a:cubicBezTo>
                  <a:pt x="12381" y="3031"/>
                  <a:pt x="10367" y="2287"/>
                  <a:pt x="8235" y="2287"/>
                </a:cubicBezTo>
                <a:cubicBezTo>
                  <a:pt x="7343" y="2287"/>
                  <a:pt x="6430" y="2417"/>
                  <a:pt x="5472" y="2786"/>
                </a:cubicBezTo>
                <a:cubicBezTo>
                  <a:pt x="2706" y="3850"/>
                  <a:pt x="912" y="5704"/>
                  <a:pt x="0" y="8379"/>
                </a:cubicBezTo>
                <a:lnTo>
                  <a:pt x="37417" y="8379"/>
                </a:lnTo>
                <a:lnTo>
                  <a:pt x="37417" y="2178"/>
                </a:lnTo>
                <a:cubicBezTo>
                  <a:pt x="37357" y="2209"/>
                  <a:pt x="37296" y="2239"/>
                  <a:pt x="37235" y="2239"/>
                </a:cubicBezTo>
                <a:cubicBezTo>
                  <a:pt x="35732" y="2814"/>
                  <a:pt x="34489" y="3050"/>
                  <a:pt x="33364" y="3050"/>
                </a:cubicBezTo>
                <a:cubicBezTo>
                  <a:pt x="30805" y="3050"/>
                  <a:pt x="28856" y="1832"/>
                  <a:pt x="25837" y="628"/>
                </a:cubicBezTo>
                <a:cubicBezTo>
                  <a:pt x="24828" y="227"/>
                  <a:pt x="23696" y="1"/>
                  <a:pt x="22572" y="1"/>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35" name="Google Shape;35;g3ced5e30a9e_10_70"/>
          <p:cNvSpPr/>
          <p:nvPr/>
        </p:nvSpPr>
        <p:spPr>
          <a:xfrm rot="-3599997" flipH="1">
            <a:off x="10414869" y="5707498"/>
            <a:ext cx="2604014" cy="1385262"/>
          </a:xfrm>
          <a:custGeom>
            <a:avLst/>
            <a:gdLst/>
            <a:ahLst/>
            <a:cxnLst/>
            <a:rect l="l" t="t" r="r" b="b"/>
            <a:pathLst>
              <a:path w="28056" h="14925" extrusionOk="0">
                <a:moveTo>
                  <a:pt x="19392" y="426"/>
                </a:moveTo>
                <a:cubicBezTo>
                  <a:pt x="19210" y="456"/>
                  <a:pt x="19058" y="487"/>
                  <a:pt x="18876" y="517"/>
                </a:cubicBezTo>
                <a:cubicBezTo>
                  <a:pt x="17265" y="882"/>
                  <a:pt x="15775" y="1642"/>
                  <a:pt x="14529" y="2736"/>
                </a:cubicBezTo>
                <a:cubicBezTo>
                  <a:pt x="13253" y="3861"/>
                  <a:pt x="12128" y="5289"/>
                  <a:pt x="10608" y="6140"/>
                </a:cubicBezTo>
                <a:cubicBezTo>
                  <a:pt x="8754" y="7174"/>
                  <a:pt x="6657" y="6657"/>
                  <a:pt x="4651" y="6839"/>
                </a:cubicBezTo>
                <a:cubicBezTo>
                  <a:pt x="3465" y="6931"/>
                  <a:pt x="2158" y="7356"/>
                  <a:pt x="1429" y="8359"/>
                </a:cubicBezTo>
                <a:cubicBezTo>
                  <a:pt x="0" y="10365"/>
                  <a:pt x="1611" y="12341"/>
                  <a:pt x="3374" y="13374"/>
                </a:cubicBezTo>
                <a:cubicBezTo>
                  <a:pt x="5532" y="14651"/>
                  <a:pt x="8207" y="14894"/>
                  <a:pt x="10669" y="14925"/>
                </a:cubicBezTo>
                <a:cubicBezTo>
                  <a:pt x="12918" y="14925"/>
                  <a:pt x="15198" y="14681"/>
                  <a:pt x="17356" y="14013"/>
                </a:cubicBezTo>
                <a:cubicBezTo>
                  <a:pt x="20304" y="13101"/>
                  <a:pt x="23587" y="11520"/>
                  <a:pt x="25806" y="9332"/>
                </a:cubicBezTo>
                <a:cubicBezTo>
                  <a:pt x="27417" y="7721"/>
                  <a:pt x="28055" y="5107"/>
                  <a:pt x="26931" y="3040"/>
                </a:cubicBezTo>
                <a:cubicBezTo>
                  <a:pt x="25532" y="517"/>
                  <a:pt x="21976" y="0"/>
                  <a:pt x="19392" y="426"/>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36" name="Google Shape;36;g3ced5e30a9e_10_70"/>
          <p:cNvSpPr/>
          <p:nvPr/>
        </p:nvSpPr>
        <p:spPr>
          <a:xfrm rot="10800000">
            <a:off x="11591041" y="5530795"/>
            <a:ext cx="1808277" cy="1808277"/>
          </a:xfrm>
          <a:custGeom>
            <a:avLst/>
            <a:gdLst/>
            <a:ahLst/>
            <a:cxnLst/>
            <a:rect l="l" t="t" r="r" b="b"/>
            <a:pathLst>
              <a:path w="15971" h="15971" fill="none" extrusionOk="0">
                <a:moveTo>
                  <a:pt x="15971" y="7986"/>
                </a:moveTo>
                <a:cubicBezTo>
                  <a:pt x="15971" y="12390"/>
                  <a:pt x="12389" y="15971"/>
                  <a:pt x="7986" y="15971"/>
                </a:cubicBezTo>
                <a:cubicBezTo>
                  <a:pt x="3569" y="15971"/>
                  <a:pt x="0" y="12390"/>
                  <a:pt x="0" y="7986"/>
                </a:cubicBezTo>
                <a:cubicBezTo>
                  <a:pt x="0" y="3569"/>
                  <a:pt x="3569" y="1"/>
                  <a:pt x="7986" y="1"/>
                </a:cubicBezTo>
                <a:cubicBezTo>
                  <a:pt x="12389" y="1"/>
                  <a:pt x="15971" y="3569"/>
                  <a:pt x="15971" y="7986"/>
                </a:cubicBezTo>
                <a:close/>
              </a:path>
            </a:pathLst>
          </a:custGeom>
          <a:noFill/>
          <a:ln w="25400" cap="flat" cmpd="sng">
            <a:solidFill>
              <a:schemeClr val="accent4"/>
            </a:solidFill>
            <a:prstDash val="solid"/>
            <a:miter lim="13264"/>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37" name="Google Shape;37;g3ced5e30a9e_10_70"/>
          <p:cNvSpPr/>
          <p:nvPr/>
        </p:nvSpPr>
        <p:spPr>
          <a:xfrm rot="10800000">
            <a:off x="-665819" y="-407077"/>
            <a:ext cx="1401430" cy="1277532"/>
          </a:xfrm>
          <a:custGeom>
            <a:avLst/>
            <a:gdLst/>
            <a:ahLst/>
            <a:cxnLst/>
            <a:rect l="l" t="t" r="r" b="b"/>
            <a:pathLst>
              <a:path w="18505" h="16869" extrusionOk="0">
                <a:moveTo>
                  <a:pt x="9252" y="0"/>
                </a:moveTo>
                <a:cubicBezTo>
                  <a:pt x="7094" y="0"/>
                  <a:pt x="4935" y="823"/>
                  <a:pt x="3290" y="2467"/>
                </a:cubicBezTo>
                <a:cubicBezTo>
                  <a:pt x="1" y="5770"/>
                  <a:pt x="1" y="11102"/>
                  <a:pt x="3290" y="14392"/>
                </a:cubicBezTo>
                <a:cubicBezTo>
                  <a:pt x="4935" y="16043"/>
                  <a:pt x="7094" y="16869"/>
                  <a:pt x="9252" y="16869"/>
                </a:cubicBezTo>
                <a:cubicBezTo>
                  <a:pt x="11411" y="16869"/>
                  <a:pt x="13570" y="16043"/>
                  <a:pt x="15215" y="14392"/>
                </a:cubicBezTo>
                <a:cubicBezTo>
                  <a:pt x="18504" y="11102"/>
                  <a:pt x="18504" y="5770"/>
                  <a:pt x="15215" y="2467"/>
                </a:cubicBezTo>
                <a:cubicBezTo>
                  <a:pt x="13570" y="823"/>
                  <a:pt x="11411" y="0"/>
                  <a:pt x="9252" y="0"/>
                </a:cubicBezTo>
                <a:close/>
              </a:path>
            </a:pathLst>
          </a:custGeom>
          <a:solidFill>
            <a:schemeClr val="accent4"/>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8"/>
        <p:cNvGrpSpPr/>
        <p:nvPr/>
      </p:nvGrpSpPr>
      <p:grpSpPr>
        <a:xfrm>
          <a:off x="0" y="0"/>
          <a:ext cx="0" cy="0"/>
          <a:chOff x="0" y="0"/>
          <a:chExt cx="0" cy="0"/>
        </a:xfrm>
      </p:grpSpPr>
      <p:sp>
        <p:nvSpPr>
          <p:cNvPr id="39" name="Google Shape;39;p77"/>
          <p:cNvSpPr/>
          <p:nvPr/>
        </p:nvSpPr>
        <p:spPr>
          <a:xfrm>
            <a:off x="231140" y="243840"/>
            <a:ext cx="11724640" cy="6377939"/>
          </a:xfrm>
          <a:prstGeom prst="rect">
            <a:avLst/>
          </a:prstGeom>
          <a:solidFill>
            <a:schemeClr val="lt1"/>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77"/>
          <p:cNvSpPr txBox="1">
            <a:spLocks noGrp="1"/>
          </p:cNvSpPr>
          <p:nvPr>
            <p:ph type="ctrTitle"/>
          </p:nvPr>
        </p:nvSpPr>
        <p:spPr>
          <a:xfrm>
            <a:off x="1109980" y="882376"/>
            <a:ext cx="9966960" cy="2926080"/>
          </a:xfrm>
          <a:prstGeom prst="rect">
            <a:avLst/>
          </a:prstGeom>
          <a:noFill/>
          <a:ln>
            <a:noFill/>
          </a:ln>
        </p:spPr>
        <p:txBody>
          <a:bodyPr spcFirstLastPara="1" wrap="square" lIns="91425" tIns="45700" rIns="91425" bIns="45700" anchor="b" anchorCtr="0">
            <a:normAutofit/>
          </a:bodyPr>
          <a:lstStyle>
            <a:lvl1pPr lvl="0" algn="ctr">
              <a:lnSpc>
                <a:spcPct val="85000"/>
              </a:lnSpc>
              <a:spcBef>
                <a:spcPts val="0"/>
              </a:spcBef>
              <a:spcAft>
                <a:spcPts val="0"/>
              </a:spcAft>
              <a:buClr>
                <a:schemeClr val="dk1"/>
              </a:buClr>
              <a:buSzPts val="7200"/>
              <a:buFont typeface="Corbel"/>
              <a:buNone/>
              <a:defRPr sz="7200" b="1"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77"/>
          <p:cNvSpPr txBox="1">
            <a:spLocks noGrp="1"/>
          </p:cNvSpPr>
          <p:nvPr>
            <p:ph type="subTitle" idx="1"/>
          </p:nvPr>
        </p:nvSpPr>
        <p:spPr>
          <a:xfrm>
            <a:off x="1709530" y="3869634"/>
            <a:ext cx="8767860" cy="1388165"/>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400"/>
              </a:spcBef>
              <a:spcAft>
                <a:spcPts val="0"/>
              </a:spcAft>
              <a:buSzPts val="1760"/>
              <a:buNone/>
              <a:defRPr sz="2200">
                <a:solidFill>
                  <a:schemeClr val="dk1"/>
                </a:solidFill>
              </a:defRPr>
            </a:lvl1pPr>
            <a:lvl2pPr lvl="1" algn="ctr">
              <a:lnSpc>
                <a:spcPct val="90000"/>
              </a:lnSpc>
              <a:spcBef>
                <a:spcPts val="200"/>
              </a:spcBef>
              <a:spcAft>
                <a:spcPts val="0"/>
              </a:spcAft>
              <a:buSzPts val="1760"/>
              <a:buNone/>
              <a:defRPr sz="2200"/>
            </a:lvl2pPr>
            <a:lvl3pPr lvl="2" algn="ctr">
              <a:lnSpc>
                <a:spcPct val="90000"/>
              </a:lnSpc>
              <a:spcBef>
                <a:spcPts val="400"/>
              </a:spcBef>
              <a:spcAft>
                <a:spcPts val="0"/>
              </a:spcAft>
              <a:buSzPts val="1760"/>
              <a:buNone/>
              <a:defRPr sz="2200"/>
            </a:lvl3pPr>
            <a:lvl4pPr lvl="3" algn="ctr">
              <a:lnSpc>
                <a:spcPct val="90000"/>
              </a:lnSpc>
              <a:spcBef>
                <a:spcPts val="400"/>
              </a:spcBef>
              <a:spcAft>
                <a:spcPts val="0"/>
              </a:spcAft>
              <a:buSzPts val="1600"/>
              <a:buNone/>
              <a:defRPr sz="2000"/>
            </a:lvl4pPr>
            <a:lvl5pPr lvl="4" algn="ctr">
              <a:lnSpc>
                <a:spcPct val="90000"/>
              </a:lnSpc>
              <a:spcBef>
                <a:spcPts val="400"/>
              </a:spcBef>
              <a:spcAft>
                <a:spcPts val="0"/>
              </a:spcAft>
              <a:buSzPts val="1600"/>
              <a:buNone/>
              <a:defRPr sz="2000"/>
            </a:lvl5pPr>
            <a:lvl6pPr lvl="5" algn="ctr">
              <a:lnSpc>
                <a:spcPct val="90000"/>
              </a:lnSpc>
              <a:spcBef>
                <a:spcPts val="400"/>
              </a:spcBef>
              <a:spcAft>
                <a:spcPts val="0"/>
              </a:spcAft>
              <a:buSzPts val="1600"/>
              <a:buNone/>
              <a:defRPr sz="2000"/>
            </a:lvl6pPr>
            <a:lvl7pPr lvl="6" algn="ctr">
              <a:lnSpc>
                <a:spcPct val="90000"/>
              </a:lnSpc>
              <a:spcBef>
                <a:spcPts val="400"/>
              </a:spcBef>
              <a:spcAft>
                <a:spcPts val="0"/>
              </a:spcAft>
              <a:buSzPts val="1600"/>
              <a:buNone/>
              <a:defRPr sz="2000"/>
            </a:lvl7pPr>
            <a:lvl8pPr lvl="7" algn="ctr">
              <a:lnSpc>
                <a:spcPct val="90000"/>
              </a:lnSpc>
              <a:spcBef>
                <a:spcPts val="400"/>
              </a:spcBef>
              <a:spcAft>
                <a:spcPts val="0"/>
              </a:spcAft>
              <a:buSzPts val="1600"/>
              <a:buNone/>
              <a:defRPr sz="2000"/>
            </a:lvl8pPr>
            <a:lvl9pPr lvl="8" algn="ctr">
              <a:lnSpc>
                <a:spcPct val="90000"/>
              </a:lnSpc>
              <a:spcBef>
                <a:spcPts val="400"/>
              </a:spcBef>
              <a:spcAft>
                <a:spcPts val="400"/>
              </a:spcAft>
              <a:buSzPts val="1600"/>
              <a:buNone/>
              <a:defRPr sz="2000"/>
            </a:lvl9pPr>
          </a:lstStyle>
          <a:p>
            <a:endParaRPr/>
          </a:p>
        </p:txBody>
      </p:sp>
      <p:sp>
        <p:nvSpPr>
          <p:cNvPr id="42" name="Google Shape;42;p77"/>
          <p:cNvSpPr txBox="1">
            <a:spLocks noGrp="1"/>
          </p:cNvSpPr>
          <p:nvPr>
            <p:ph type="dt" idx="10"/>
          </p:nvPr>
        </p:nvSpPr>
        <p:spPr>
          <a:xfrm>
            <a:off x="1142996" y="6223828"/>
            <a:ext cx="2329074"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77"/>
          <p:cNvSpPr txBox="1">
            <a:spLocks noGrp="1"/>
          </p:cNvSpPr>
          <p:nvPr>
            <p:ph type="ftr" idx="11"/>
          </p:nvPr>
        </p:nvSpPr>
        <p:spPr>
          <a:xfrm>
            <a:off x="3949148" y="6223828"/>
            <a:ext cx="471777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77"/>
          <p:cNvSpPr txBox="1">
            <a:spLocks noGrp="1"/>
          </p:cNvSpPr>
          <p:nvPr>
            <p:ph type="sldNum" idx="12"/>
          </p:nvPr>
        </p:nvSpPr>
        <p:spPr>
          <a:xfrm>
            <a:off x="9329530" y="6223828"/>
            <a:ext cx="170621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cxnSp>
        <p:nvCxnSpPr>
          <p:cNvPr id="45" name="Google Shape;45;p77"/>
          <p:cNvCxnSpPr/>
          <p:nvPr/>
        </p:nvCxnSpPr>
        <p:spPr>
          <a:xfrm>
            <a:off x="1978660" y="3733800"/>
            <a:ext cx="8229601" cy="0"/>
          </a:xfrm>
          <a:prstGeom prst="straightConnector1">
            <a:avLst/>
          </a:prstGeom>
          <a:noFill/>
          <a:ln w="10000" cap="flat" cmpd="sng">
            <a:solidFill>
              <a:schemeClr val="dk1"/>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6"/>
        <p:cNvGrpSpPr/>
        <p:nvPr/>
      </p:nvGrpSpPr>
      <p:grpSpPr>
        <a:xfrm>
          <a:off x="0" y="0"/>
          <a:ext cx="0" cy="0"/>
          <a:chOff x="0" y="0"/>
          <a:chExt cx="0" cy="0"/>
        </a:xfrm>
      </p:grpSpPr>
      <p:sp>
        <p:nvSpPr>
          <p:cNvPr id="47" name="Google Shape;47;p78"/>
          <p:cNvSpPr txBox="1">
            <a:spLocks noGrp="1"/>
          </p:cNvSpPr>
          <p:nvPr>
            <p:ph type="title"/>
          </p:nvPr>
        </p:nvSpPr>
        <p:spPr>
          <a:xfrm>
            <a:off x="1106424" y="1173575"/>
            <a:ext cx="9966960" cy="2926080"/>
          </a:xfrm>
          <a:prstGeom prst="rect">
            <a:avLst/>
          </a:prstGeom>
          <a:noFill/>
          <a:ln>
            <a:noFill/>
          </a:ln>
        </p:spPr>
        <p:txBody>
          <a:bodyPr spcFirstLastPara="1" wrap="square" lIns="91425" tIns="45700" rIns="91425" bIns="45700" anchor="b" anchorCtr="0">
            <a:noAutofit/>
          </a:bodyPr>
          <a:lstStyle>
            <a:lvl1pPr lvl="0" algn="ctr">
              <a:lnSpc>
                <a:spcPct val="85000"/>
              </a:lnSpc>
              <a:spcBef>
                <a:spcPts val="0"/>
              </a:spcBef>
              <a:spcAft>
                <a:spcPts val="0"/>
              </a:spcAft>
              <a:buClr>
                <a:schemeClr val="dk1"/>
              </a:buClr>
              <a:buSzPts val="7200"/>
              <a:buFont typeface="Corbel"/>
              <a:buNone/>
              <a:defRPr sz="72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8"/>
          <p:cNvSpPr txBox="1">
            <a:spLocks noGrp="1"/>
          </p:cNvSpPr>
          <p:nvPr>
            <p:ph type="body" idx="1"/>
          </p:nvPr>
        </p:nvSpPr>
        <p:spPr>
          <a:xfrm>
            <a:off x="1709928" y="4154520"/>
            <a:ext cx="8769096" cy="1363806"/>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400"/>
              </a:spcBef>
              <a:spcAft>
                <a:spcPts val="0"/>
              </a:spcAft>
              <a:buSzPts val="1760"/>
              <a:buNone/>
              <a:defRPr sz="2200">
                <a:solidFill>
                  <a:schemeClr val="dk1"/>
                </a:solidFill>
              </a:defRPr>
            </a:lvl1pPr>
            <a:lvl2pPr marL="914400" lvl="1" indent="-228600" algn="l">
              <a:lnSpc>
                <a:spcPct val="90000"/>
              </a:lnSpc>
              <a:spcBef>
                <a:spcPts val="200"/>
              </a:spcBef>
              <a:spcAft>
                <a:spcPts val="0"/>
              </a:spcAft>
              <a:buSzPts val="1440"/>
              <a:buNone/>
              <a:defRPr sz="1800">
                <a:solidFill>
                  <a:srgbClr val="888888"/>
                </a:solidFill>
              </a:defRPr>
            </a:lvl2pPr>
            <a:lvl3pPr marL="1371600" lvl="2" indent="-228600" algn="l">
              <a:lnSpc>
                <a:spcPct val="90000"/>
              </a:lnSpc>
              <a:spcBef>
                <a:spcPts val="400"/>
              </a:spcBef>
              <a:spcAft>
                <a:spcPts val="0"/>
              </a:spcAft>
              <a:buSzPts val="1280"/>
              <a:buNone/>
              <a:defRPr sz="1600">
                <a:solidFill>
                  <a:srgbClr val="888888"/>
                </a:solidFill>
              </a:defRPr>
            </a:lvl3pPr>
            <a:lvl4pPr marL="1828800" lvl="3" indent="-228600" algn="l">
              <a:lnSpc>
                <a:spcPct val="90000"/>
              </a:lnSpc>
              <a:spcBef>
                <a:spcPts val="400"/>
              </a:spcBef>
              <a:spcAft>
                <a:spcPts val="0"/>
              </a:spcAft>
              <a:buSzPts val="1120"/>
              <a:buNone/>
              <a:defRPr sz="1400">
                <a:solidFill>
                  <a:srgbClr val="888888"/>
                </a:solidFill>
              </a:defRPr>
            </a:lvl4pPr>
            <a:lvl5pPr marL="2286000" lvl="4" indent="-228600" algn="l">
              <a:lnSpc>
                <a:spcPct val="90000"/>
              </a:lnSpc>
              <a:spcBef>
                <a:spcPts val="400"/>
              </a:spcBef>
              <a:spcAft>
                <a:spcPts val="0"/>
              </a:spcAft>
              <a:buSzPts val="1120"/>
              <a:buNone/>
              <a:defRPr sz="1400">
                <a:solidFill>
                  <a:srgbClr val="888888"/>
                </a:solidFill>
              </a:defRPr>
            </a:lvl5pPr>
            <a:lvl6pPr marL="2743200" lvl="5" indent="-228600" algn="l">
              <a:lnSpc>
                <a:spcPct val="90000"/>
              </a:lnSpc>
              <a:spcBef>
                <a:spcPts val="400"/>
              </a:spcBef>
              <a:spcAft>
                <a:spcPts val="0"/>
              </a:spcAft>
              <a:buSzPts val="1120"/>
              <a:buNone/>
              <a:defRPr sz="1400">
                <a:solidFill>
                  <a:srgbClr val="888888"/>
                </a:solidFill>
              </a:defRPr>
            </a:lvl6pPr>
            <a:lvl7pPr marL="3200400" lvl="6" indent="-228600" algn="l">
              <a:lnSpc>
                <a:spcPct val="90000"/>
              </a:lnSpc>
              <a:spcBef>
                <a:spcPts val="400"/>
              </a:spcBef>
              <a:spcAft>
                <a:spcPts val="0"/>
              </a:spcAft>
              <a:buSzPts val="1120"/>
              <a:buNone/>
              <a:defRPr sz="1400">
                <a:solidFill>
                  <a:srgbClr val="888888"/>
                </a:solidFill>
              </a:defRPr>
            </a:lvl7pPr>
            <a:lvl8pPr marL="3657600" lvl="7" indent="-228600" algn="l">
              <a:lnSpc>
                <a:spcPct val="90000"/>
              </a:lnSpc>
              <a:spcBef>
                <a:spcPts val="400"/>
              </a:spcBef>
              <a:spcAft>
                <a:spcPts val="0"/>
              </a:spcAft>
              <a:buSzPts val="1120"/>
              <a:buNone/>
              <a:defRPr sz="1400">
                <a:solidFill>
                  <a:srgbClr val="888888"/>
                </a:solidFill>
              </a:defRPr>
            </a:lvl8pPr>
            <a:lvl9pPr marL="4114800" lvl="8" indent="-228600" algn="l">
              <a:lnSpc>
                <a:spcPct val="90000"/>
              </a:lnSpc>
              <a:spcBef>
                <a:spcPts val="400"/>
              </a:spcBef>
              <a:spcAft>
                <a:spcPts val="400"/>
              </a:spcAft>
              <a:buSzPts val="1120"/>
              <a:buNone/>
              <a:defRPr sz="1400">
                <a:solidFill>
                  <a:srgbClr val="888888"/>
                </a:solidFill>
              </a:defRPr>
            </a:lvl9pPr>
          </a:lstStyle>
          <a:p>
            <a:endParaRPr/>
          </a:p>
        </p:txBody>
      </p:sp>
      <p:sp>
        <p:nvSpPr>
          <p:cNvPr id="49" name="Google Shape;49;p78"/>
          <p:cNvSpPr txBox="1">
            <a:spLocks noGrp="1"/>
          </p:cNvSpPr>
          <p:nvPr>
            <p:ph type="dt" idx="10"/>
          </p:nvPr>
        </p:nvSpPr>
        <p:spPr>
          <a:xfrm>
            <a:off x="1142996" y="6223828"/>
            <a:ext cx="2329074"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78"/>
          <p:cNvSpPr txBox="1">
            <a:spLocks noGrp="1"/>
          </p:cNvSpPr>
          <p:nvPr>
            <p:ph type="ftr" idx="11"/>
          </p:nvPr>
        </p:nvSpPr>
        <p:spPr>
          <a:xfrm>
            <a:off x="3949148" y="6223828"/>
            <a:ext cx="471777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8"/>
          <p:cNvSpPr txBox="1">
            <a:spLocks noGrp="1"/>
          </p:cNvSpPr>
          <p:nvPr>
            <p:ph type="sldNum" idx="12"/>
          </p:nvPr>
        </p:nvSpPr>
        <p:spPr>
          <a:xfrm>
            <a:off x="9329530" y="6223828"/>
            <a:ext cx="170621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cxnSp>
        <p:nvCxnSpPr>
          <p:cNvPr id="52" name="Google Shape;52;p78"/>
          <p:cNvCxnSpPr/>
          <p:nvPr/>
        </p:nvCxnSpPr>
        <p:spPr>
          <a:xfrm>
            <a:off x="1981200" y="4020408"/>
            <a:ext cx="8229601" cy="0"/>
          </a:xfrm>
          <a:prstGeom prst="straightConnector1">
            <a:avLst/>
          </a:prstGeom>
          <a:noFill/>
          <a:ln w="10000" cap="flat" cmpd="sng">
            <a:solidFill>
              <a:schemeClr val="dk1"/>
            </a:solidFill>
            <a:prstDash val="solid"/>
            <a:round/>
            <a:headEnd type="none" w="sm" len="sm"/>
            <a:tailEnd type="none" w="sm" len="sm"/>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3"/>
        <p:cNvGrpSpPr/>
        <p:nvPr/>
      </p:nvGrpSpPr>
      <p:grpSpPr>
        <a:xfrm>
          <a:off x="0" y="0"/>
          <a:ext cx="0" cy="0"/>
          <a:chOff x="0" y="0"/>
          <a:chExt cx="0" cy="0"/>
        </a:xfrm>
      </p:grpSpPr>
      <p:sp>
        <p:nvSpPr>
          <p:cNvPr id="54" name="Google Shape;54;p79"/>
          <p:cNvSpPr txBox="1">
            <a:spLocks noGrp="1"/>
          </p:cNvSpPr>
          <p:nvPr>
            <p:ph type="title"/>
          </p:nvPr>
        </p:nvSpPr>
        <p:spPr>
          <a:xfrm>
            <a:off x="1143000" y="609600"/>
            <a:ext cx="9875520" cy="135636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79"/>
          <p:cNvSpPr txBox="1">
            <a:spLocks noGrp="1"/>
          </p:cNvSpPr>
          <p:nvPr>
            <p:ph type="body" idx="1"/>
          </p:nvPr>
        </p:nvSpPr>
        <p:spPr>
          <a:xfrm>
            <a:off x="1143000" y="2057399"/>
            <a:ext cx="4754880" cy="4023360"/>
          </a:xfrm>
          <a:prstGeom prst="rect">
            <a:avLst/>
          </a:prstGeom>
          <a:noFill/>
          <a:ln>
            <a:noFill/>
          </a:ln>
        </p:spPr>
        <p:txBody>
          <a:bodyPr spcFirstLastPara="1" wrap="square" lIns="91425" tIns="45700" rIns="91425" bIns="45700" anchor="t" anchorCtr="0">
            <a:normAutofit/>
          </a:bodyPr>
          <a:lstStyle>
            <a:lvl1pPr marL="457200" lvl="0" indent="-340360" algn="l">
              <a:lnSpc>
                <a:spcPct val="90000"/>
              </a:lnSpc>
              <a:spcBef>
                <a:spcPts val="1400"/>
              </a:spcBef>
              <a:spcAft>
                <a:spcPts val="0"/>
              </a:spcAft>
              <a:buSzPts val="1760"/>
              <a:buChar char="•"/>
              <a:defRPr sz="2200"/>
            </a:lvl1pPr>
            <a:lvl2pPr marL="914400" lvl="1" indent="-330200" algn="l">
              <a:lnSpc>
                <a:spcPct val="90000"/>
              </a:lnSpc>
              <a:spcBef>
                <a:spcPts val="200"/>
              </a:spcBef>
              <a:spcAft>
                <a:spcPts val="0"/>
              </a:spcAft>
              <a:buSzPts val="1600"/>
              <a:buChar char="•"/>
              <a:defRPr sz="2000"/>
            </a:lvl2pPr>
            <a:lvl3pPr marL="1371600" lvl="2" indent="-320040" algn="l">
              <a:lnSpc>
                <a:spcPct val="90000"/>
              </a:lnSpc>
              <a:spcBef>
                <a:spcPts val="400"/>
              </a:spcBef>
              <a:spcAft>
                <a:spcPts val="0"/>
              </a:spcAft>
              <a:buSzPts val="1440"/>
              <a:buChar char="•"/>
              <a:defRPr sz="1800"/>
            </a:lvl3pPr>
            <a:lvl4pPr marL="1828800" lvl="3" indent="-309880" algn="l">
              <a:lnSpc>
                <a:spcPct val="90000"/>
              </a:lnSpc>
              <a:spcBef>
                <a:spcPts val="400"/>
              </a:spcBef>
              <a:spcAft>
                <a:spcPts val="0"/>
              </a:spcAft>
              <a:buSzPts val="1280"/>
              <a:buChar char="•"/>
              <a:defRPr sz="1600"/>
            </a:lvl4pPr>
            <a:lvl5pPr marL="2286000" lvl="4" indent="-309880" algn="l">
              <a:lnSpc>
                <a:spcPct val="90000"/>
              </a:lnSpc>
              <a:spcBef>
                <a:spcPts val="400"/>
              </a:spcBef>
              <a:spcAft>
                <a:spcPts val="0"/>
              </a:spcAft>
              <a:buSzPts val="1280"/>
              <a:buChar char="•"/>
              <a:defRPr sz="1600"/>
            </a:lvl5pPr>
            <a:lvl6pPr marL="2743200" lvl="5" indent="-309880" algn="l">
              <a:lnSpc>
                <a:spcPct val="90000"/>
              </a:lnSpc>
              <a:spcBef>
                <a:spcPts val="400"/>
              </a:spcBef>
              <a:spcAft>
                <a:spcPts val="0"/>
              </a:spcAft>
              <a:buSzPts val="1280"/>
              <a:buChar char="•"/>
              <a:defRPr sz="1600"/>
            </a:lvl6pPr>
            <a:lvl7pPr marL="3200400" lvl="6" indent="-309880" algn="l">
              <a:lnSpc>
                <a:spcPct val="90000"/>
              </a:lnSpc>
              <a:spcBef>
                <a:spcPts val="400"/>
              </a:spcBef>
              <a:spcAft>
                <a:spcPts val="0"/>
              </a:spcAft>
              <a:buSzPts val="1280"/>
              <a:buChar char="•"/>
              <a:defRPr sz="1600"/>
            </a:lvl7pPr>
            <a:lvl8pPr marL="3657600" lvl="7" indent="-309880" algn="l">
              <a:lnSpc>
                <a:spcPct val="90000"/>
              </a:lnSpc>
              <a:spcBef>
                <a:spcPts val="400"/>
              </a:spcBef>
              <a:spcAft>
                <a:spcPts val="0"/>
              </a:spcAft>
              <a:buSzPts val="1280"/>
              <a:buChar char="•"/>
              <a:defRPr sz="1600"/>
            </a:lvl8pPr>
            <a:lvl9pPr marL="4114800" lvl="8" indent="-309880" algn="l">
              <a:lnSpc>
                <a:spcPct val="90000"/>
              </a:lnSpc>
              <a:spcBef>
                <a:spcPts val="400"/>
              </a:spcBef>
              <a:spcAft>
                <a:spcPts val="400"/>
              </a:spcAft>
              <a:buSzPts val="1280"/>
              <a:buChar char="•"/>
              <a:defRPr sz="1600"/>
            </a:lvl9pPr>
          </a:lstStyle>
          <a:p>
            <a:endParaRPr/>
          </a:p>
        </p:txBody>
      </p:sp>
      <p:sp>
        <p:nvSpPr>
          <p:cNvPr id="56" name="Google Shape;56;p79"/>
          <p:cNvSpPr txBox="1">
            <a:spLocks noGrp="1"/>
          </p:cNvSpPr>
          <p:nvPr>
            <p:ph type="body" idx="2"/>
          </p:nvPr>
        </p:nvSpPr>
        <p:spPr>
          <a:xfrm>
            <a:off x="6267612" y="2057400"/>
            <a:ext cx="4754880" cy="4023360"/>
          </a:xfrm>
          <a:prstGeom prst="rect">
            <a:avLst/>
          </a:prstGeom>
          <a:noFill/>
          <a:ln>
            <a:noFill/>
          </a:ln>
        </p:spPr>
        <p:txBody>
          <a:bodyPr spcFirstLastPara="1" wrap="square" lIns="91425" tIns="45700" rIns="91425" bIns="45700" anchor="t" anchorCtr="0">
            <a:normAutofit/>
          </a:bodyPr>
          <a:lstStyle>
            <a:lvl1pPr marL="457200" lvl="0" indent="-340360" algn="l">
              <a:lnSpc>
                <a:spcPct val="90000"/>
              </a:lnSpc>
              <a:spcBef>
                <a:spcPts val="1400"/>
              </a:spcBef>
              <a:spcAft>
                <a:spcPts val="0"/>
              </a:spcAft>
              <a:buSzPts val="1760"/>
              <a:buChar char="•"/>
              <a:defRPr sz="2200"/>
            </a:lvl1pPr>
            <a:lvl2pPr marL="914400" lvl="1" indent="-330200" algn="l">
              <a:lnSpc>
                <a:spcPct val="90000"/>
              </a:lnSpc>
              <a:spcBef>
                <a:spcPts val="200"/>
              </a:spcBef>
              <a:spcAft>
                <a:spcPts val="0"/>
              </a:spcAft>
              <a:buSzPts val="1600"/>
              <a:buChar char="•"/>
              <a:defRPr sz="2000"/>
            </a:lvl2pPr>
            <a:lvl3pPr marL="1371600" lvl="2" indent="-320040" algn="l">
              <a:lnSpc>
                <a:spcPct val="90000"/>
              </a:lnSpc>
              <a:spcBef>
                <a:spcPts val="400"/>
              </a:spcBef>
              <a:spcAft>
                <a:spcPts val="0"/>
              </a:spcAft>
              <a:buSzPts val="1440"/>
              <a:buChar char="•"/>
              <a:defRPr sz="1800"/>
            </a:lvl3pPr>
            <a:lvl4pPr marL="1828800" lvl="3" indent="-309880" algn="l">
              <a:lnSpc>
                <a:spcPct val="90000"/>
              </a:lnSpc>
              <a:spcBef>
                <a:spcPts val="400"/>
              </a:spcBef>
              <a:spcAft>
                <a:spcPts val="0"/>
              </a:spcAft>
              <a:buSzPts val="1280"/>
              <a:buChar char="•"/>
              <a:defRPr sz="1600"/>
            </a:lvl4pPr>
            <a:lvl5pPr marL="2286000" lvl="4" indent="-309880" algn="l">
              <a:lnSpc>
                <a:spcPct val="90000"/>
              </a:lnSpc>
              <a:spcBef>
                <a:spcPts val="400"/>
              </a:spcBef>
              <a:spcAft>
                <a:spcPts val="0"/>
              </a:spcAft>
              <a:buSzPts val="1280"/>
              <a:buChar char="•"/>
              <a:defRPr sz="1600"/>
            </a:lvl5pPr>
            <a:lvl6pPr marL="2743200" lvl="5" indent="-309880" algn="l">
              <a:lnSpc>
                <a:spcPct val="90000"/>
              </a:lnSpc>
              <a:spcBef>
                <a:spcPts val="400"/>
              </a:spcBef>
              <a:spcAft>
                <a:spcPts val="0"/>
              </a:spcAft>
              <a:buSzPts val="1280"/>
              <a:buChar char="•"/>
              <a:defRPr sz="1600"/>
            </a:lvl6pPr>
            <a:lvl7pPr marL="3200400" lvl="6" indent="-309880" algn="l">
              <a:lnSpc>
                <a:spcPct val="90000"/>
              </a:lnSpc>
              <a:spcBef>
                <a:spcPts val="400"/>
              </a:spcBef>
              <a:spcAft>
                <a:spcPts val="0"/>
              </a:spcAft>
              <a:buSzPts val="1280"/>
              <a:buChar char="•"/>
              <a:defRPr sz="1600"/>
            </a:lvl7pPr>
            <a:lvl8pPr marL="3657600" lvl="7" indent="-309880" algn="l">
              <a:lnSpc>
                <a:spcPct val="90000"/>
              </a:lnSpc>
              <a:spcBef>
                <a:spcPts val="400"/>
              </a:spcBef>
              <a:spcAft>
                <a:spcPts val="0"/>
              </a:spcAft>
              <a:buSzPts val="1280"/>
              <a:buChar char="•"/>
              <a:defRPr sz="1600"/>
            </a:lvl8pPr>
            <a:lvl9pPr marL="4114800" lvl="8" indent="-309880" algn="l">
              <a:lnSpc>
                <a:spcPct val="90000"/>
              </a:lnSpc>
              <a:spcBef>
                <a:spcPts val="400"/>
              </a:spcBef>
              <a:spcAft>
                <a:spcPts val="400"/>
              </a:spcAft>
              <a:buSzPts val="1280"/>
              <a:buChar char="•"/>
              <a:defRPr sz="1600"/>
            </a:lvl9pPr>
          </a:lstStyle>
          <a:p>
            <a:endParaRPr/>
          </a:p>
        </p:txBody>
      </p:sp>
      <p:sp>
        <p:nvSpPr>
          <p:cNvPr id="57" name="Google Shape;57;p79"/>
          <p:cNvSpPr txBox="1">
            <a:spLocks noGrp="1"/>
          </p:cNvSpPr>
          <p:nvPr>
            <p:ph type="dt" idx="10"/>
          </p:nvPr>
        </p:nvSpPr>
        <p:spPr>
          <a:xfrm>
            <a:off x="1142996" y="6223828"/>
            <a:ext cx="2329074"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79"/>
          <p:cNvSpPr txBox="1">
            <a:spLocks noGrp="1"/>
          </p:cNvSpPr>
          <p:nvPr>
            <p:ph type="ftr" idx="11"/>
          </p:nvPr>
        </p:nvSpPr>
        <p:spPr>
          <a:xfrm>
            <a:off x="3949148" y="6223828"/>
            <a:ext cx="471777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79"/>
          <p:cNvSpPr txBox="1">
            <a:spLocks noGrp="1"/>
          </p:cNvSpPr>
          <p:nvPr>
            <p:ph type="sldNum" idx="12"/>
          </p:nvPr>
        </p:nvSpPr>
        <p:spPr>
          <a:xfrm>
            <a:off x="9329530" y="6223828"/>
            <a:ext cx="170621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0"/>
        <p:cNvGrpSpPr/>
        <p:nvPr/>
      </p:nvGrpSpPr>
      <p:grpSpPr>
        <a:xfrm>
          <a:off x="0" y="0"/>
          <a:ext cx="0" cy="0"/>
          <a:chOff x="0" y="0"/>
          <a:chExt cx="0" cy="0"/>
        </a:xfrm>
      </p:grpSpPr>
      <p:sp>
        <p:nvSpPr>
          <p:cNvPr id="61" name="Google Shape;61;p80"/>
          <p:cNvSpPr txBox="1">
            <a:spLocks noGrp="1"/>
          </p:cNvSpPr>
          <p:nvPr>
            <p:ph type="title"/>
          </p:nvPr>
        </p:nvSpPr>
        <p:spPr>
          <a:xfrm>
            <a:off x="1143000" y="609600"/>
            <a:ext cx="9875520" cy="135636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0"/>
          <p:cNvSpPr txBox="1">
            <a:spLocks noGrp="1"/>
          </p:cNvSpPr>
          <p:nvPr>
            <p:ph type="body" idx="1"/>
          </p:nvPr>
        </p:nvSpPr>
        <p:spPr>
          <a:xfrm>
            <a:off x="1143000" y="2001511"/>
            <a:ext cx="4754880" cy="77724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0"/>
              </a:spcBef>
              <a:spcAft>
                <a:spcPts val="0"/>
              </a:spcAft>
              <a:buSzPts val="1920"/>
              <a:buNone/>
              <a:defRPr sz="2400" b="1"/>
            </a:lvl1pPr>
            <a:lvl2pPr marL="914400" lvl="1" indent="-228600" algn="l">
              <a:lnSpc>
                <a:spcPct val="90000"/>
              </a:lnSpc>
              <a:spcBef>
                <a:spcPts val="200"/>
              </a:spcBef>
              <a:spcAft>
                <a:spcPts val="0"/>
              </a:spcAft>
              <a:buSzPts val="1600"/>
              <a:buNone/>
              <a:defRPr sz="2000" b="1"/>
            </a:lvl2pPr>
            <a:lvl3pPr marL="1371600" lvl="2" indent="-228600" algn="l">
              <a:lnSpc>
                <a:spcPct val="90000"/>
              </a:lnSpc>
              <a:spcBef>
                <a:spcPts val="400"/>
              </a:spcBef>
              <a:spcAft>
                <a:spcPts val="0"/>
              </a:spcAft>
              <a:buSzPts val="1440"/>
              <a:buNone/>
              <a:defRPr sz="1800" b="1"/>
            </a:lvl3pPr>
            <a:lvl4pPr marL="1828800" lvl="3" indent="-228600" algn="l">
              <a:lnSpc>
                <a:spcPct val="90000"/>
              </a:lnSpc>
              <a:spcBef>
                <a:spcPts val="400"/>
              </a:spcBef>
              <a:spcAft>
                <a:spcPts val="0"/>
              </a:spcAft>
              <a:buSzPts val="1280"/>
              <a:buNone/>
              <a:defRPr sz="1600" b="1"/>
            </a:lvl4pPr>
            <a:lvl5pPr marL="2286000" lvl="4" indent="-228600" algn="l">
              <a:lnSpc>
                <a:spcPct val="90000"/>
              </a:lnSpc>
              <a:spcBef>
                <a:spcPts val="400"/>
              </a:spcBef>
              <a:spcAft>
                <a:spcPts val="0"/>
              </a:spcAft>
              <a:buSzPts val="1280"/>
              <a:buNone/>
              <a:defRPr sz="1600" b="1"/>
            </a:lvl5pPr>
            <a:lvl6pPr marL="2743200" lvl="5" indent="-228600" algn="l">
              <a:lnSpc>
                <a:spcPct val="90000"/>
              </a:lnSpc>
              <a:spcBef>
                <a:spcPts val="400"/>
              </a:spcBef>
              <a:spcAft>
                <a:spcPts val="0"/>
              </a:spcAft>
              <a:buSzPts val="1280"/>
              <a:buNone/>
              <a:defRPr sz="1600" b="1"/>
            </a:lvl6pPr>
            <a:lvl7pPr marL="3200400" lvl="6" indent="-228600" algn="l">
              <a:lnSpc>
                <a:spcPct val="90000"/>
              </a:lnSpc>
              <a:spcBef>
                <a:spcPts val="400"/>
              </a:spcBef>
              <a:spcAft>
                <a:spcPts val="0"/>
              </a:spcAft>
              <a:buSzPts val="1280"/>
              <a:buNone/>
              <a:defRPr sz="1600" b="1"/>
            </a:lvl7pPr>
            <a:lvl8pPr marL="3657600" lvl="7" indent="-228600" algn="l">
              <a:lnSpc>
                <a:spcPct val="90000"/>
              </a:lnSpc>
              <a:spcBef>
                <a:spcPts val="400"/>
              </a:spcBef>
              <a:spcAft>
                <a:spcPts val="0"/>
              </a:spcAft>
              <a:buSzPts val="1280"/>
              <a:buNone/>
              <a:defRPr sz="1600" b="1"/>
            </a:lvl8pPr>
            <a:lvl9pPr marL="4114800" lvl="8" indent="-228600" algn="l">
              <a:lnSpc>
                <a:spcPct val="90000"/>
              </a:lnSpc>
              <a:spcBef>
                <a:spcPts val="400"/>
              </a:spcBef>
              <a:spcAft>
                <a:spcPts val="400"/>
              </a:spcAft>
              <a:buSzPts val="1280"/>
              <a:buNone/>
              <a:defRPr sz="1600" b="1"/>
            </a:lvl9pPr>
          </a:lstStyle>
          <a:p>
            <a:endParaRPr/>
          </a:p>
        </p:txBody>
      </p:sp>
      <p:sp>
        <p:nvSpPr>
          <p:cNvPr id="63" name="Google Shape;63;p80"/>
          <p:cNvSpPr txBox="1">
            <a:spLocks noGrp="1"/>
          </p:cNvSpPr>
          <p:nvPr>
            <p:ph type="body" idx="2"/>
          </p:nvPr>
        </p:nvSpPr>
        <p:spPr>
          <a:xfrm>
            <a:off x="1143000" y="2721483"/>
            <a:ext cx="4754880" cy="3383280"/>
          </a:xfrm>
          <a:prstGeom prst="rect">
            <a:avLst/>
          </a:prstGeom>
          <a:noFill/>
          <a:ln>
            <a:noFill/>
          </a:ln>
        </p:spPr>
        <p:txBody>
          <a:bodyPr spcFirstLastPara="1" wrap="square" lIns="91425" tIns="45700" rIns="91425" bIns="45700" anchor="t" anchorCtr="0">
            <a:normAutofit/>
          </a:bodyPr>
          <a:lstStyle>
            <a:lvl1pPr marL="457200" lvl="0" indent="-340360" algn="l">
              <a:lnSpc>
                <a:spcPct val="90000"/>
              </a:lnSpc>
              <a:spcBef>
                <a:spcPts val="1400"/>
              </a:spcBef>
              <a:spcAft>
                <a:spcPts val="0"/>
              </a:spcAft>
              <a:buSzPts val="1760"/>
              <a:buChar char="•"/>
              <a:defRPr sz="2200"/>
            </a:lvl1pPr>
            <a:lvl2pPr marL="914400" lvl="1" indent="-330200" algn="l">
              <a:lnSpc>
                <a:spcPct val="90000"/>
              </a:lnSpc>
              <a:spcBef>
                <a:spcPts val="200"/>
              </a:spcBef>
              <a:spcAft>
                <a:spcPts val="0"/>
              </a:spcAft>
              <a:buSzPts val="1600"/>
              <a:buChar char="•"/>
              <a:defRPr sz="2000"/>
            </a:lvl2pPr>
            <a:lvl3pPr marL="1371600" lvl="2" indent="-320040" algn="l">
              <a:lnSpc>
                <a:spcPct val="90000"/>
              </a:lnSpc>
              <a:spcBef>
                <a:spcPts val="400"/>
              </a:spcBef>
              <a:spcAft>
                <a:spcPts val="0"/>
              </a:spcAft>
              <a:buSzPts val="1440"/>
              <a:buChar char="•"/>
              <a:defRPr sz="1800"/>
            </a:lvl3pPr>
            <a:lvl4pPr marL="1828800" lvl="3" indent="-309880" algn="l">
              <a:lnSpc>
                <a:spcPct val="90000"/>
              </a:lnSpc>
              <a:spcBef>
                <a:spcPts val="400"/>
              </a:spcBef>
              <a:spcAft>
                <a:spcPts val="0"/>
              </a:spcAft>
              <a:buSzPts val="1280"/>
              <a:buChar char="•"/>
              <a:defRPr sz="1600"/>
            </a:lvl4pPr>
            <a:lvl5pPr marL="2286000" lvl="4" indent="-309880" algn="l">
              <a:lnSpc>
                <a:spcPct val="90000"/>
              </a:lnSpc>
              <a:spcBef>
                <a:spcPts val="400"/>
              </a:spcBef>
              <a:spcAft>
                <a:spcPts val="0"/>
              </a:spcAft>
              <a:buSzPts val="1280"/>
              <a:buChar char="•"/>
              <a:defRPr sz="1600"/>
            </a:lvl5pPr>
            <a:lvl6pPr marL="2743200" lvl="5" indent="-309880" algn="l">
              <a:lnSpc>
                <a:spcPct val="90000"/>
              </a:lnSpc>
              <a:spcBef>
                <a:spcPts val="400"/>
              </a:spcBef>
              <a:spcAft>
                <a:spcPts val="0"/>
              </a:spcAft>
              <a:buSzPts val="1280"/>
              <a:buChar char="•"/>
              <a:defRPr sz="1600"/>
            </a:lvl6pPr>
            <a:lvl7pPr marL="3200400" lvl="6" indent="-309880" algn="l">
              <a:lnSpc>
                <a:spcPct val="90000"/>
              </a:lnSpc>
              <a:spcBef>
                <a:spcPts val="400"/>
              </a:spcBef>
              <a:spcAft>
                <a:spcPts val="0"/>
              </a:spcAft>
              <a:buSzPts val="1280"/>
              <a:buChar char="•"/>
              <a:defRPr sz="1600"/>
            </a:lvl7pPr>
            <a:lvl8pPr marL="3657600" lvl="7" indent="-309880" algn="l">
              <a:lnSpc>
                <a:spcPct val="90000"/>
              </a:lnSpc>
              <a:spcBef>
                <a:spcPts val="400"/>
              </a:spcBef>
              <a:spcAft>
                <a:spcPts val="0"/>
              </a:spcAft>
              <a:buSzPts val="1280"/>
              <a:buChar char="•"/>
              <a:defRPr sz="1600"/>
            </a:lvl8pPr>
            <a:lvl9pPr marL="4114800" lvl="8" indent="-309880" algn="l">
              <a:lnSpc>
                <a:spcPct val="90000"/>
              </a:lnSpc>
              <a:spcBef>
                <a:spcPts val="400"/>
              </a:spcBef>
              <a:spcAft>
                <a:spcPts val="400"/>
              </a:spcAft>
              <a:buSzPts val="1280"/>
              <a:buChar char="•"/>
              <a:defRPr sz="1600"/>
            </a:lvl9pPr>
          </a:lstStyle>
          <a:p>
            <a:endParaRPr/>
          </a:p>
        </p:txBody>
      </p:sp>
      <p:sp>
        <p:nvSpPr>
          <p:cNvPr id="64" name="Google Shape;64;p80"/>
          <p:cNvSpPr txBox="1">
            <a:spLocks noGrp="1"/>
          </p:cNvSpPr>
          <p:nvPr>
            <p:ph type="body" idx="3"/>
          </p:nvPr>
        </p:nvSpPr>
        <p:spPr>
          <a:xfrm>
            <a:off x="6269173" y="1999032"/>
            <a:ext cx="4754880" cy="77724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0"/>
              </a:spcBef>
              <a:spcAft>
                <a:spcPts val="0"/>
              </a:spcAft>
              <a:buSzPts val="1920"/>
              <a:buNone/>
              <a:defRPr sz="2400" b="1"/>
            </a:lvl1pPr>
            <a:lvl2pPr marL="914400" lvl="1" indent="-228600" algn="l">
              <a:lnSpc>
                <a:spcPct val="90000"/>
              </a:lnSpc>
              <a:spcBef>
                <a:spcPts val="200"/>
              </a:spcBef>
              <a:spcAft>
                <a:spcPts val="0"/>
              </a:spcAft>
              <a:buSzPts val="1600"/>
              <a:buNone/>
              <a:defRPr sz="2000" b="1"/>
            </a:lvl2pPr>
            <a:lvl3pPr marL="1371600" lvl="2" indent="-228600" algn="l">
              <a:lnSpc>
                <a:spcPct val="90000"/>
              </a:lnSpc>
              <a:spcBef>
                <a:spcPts val="400"/>
              </a:spcBef>
              <a:spcAft>
                <a:spcPts val="0"/>
              </a:spcAft>
              <a:buSzPts val="1440"/>
              <a:buNone/>
              <a:defRPr sz="1800" b="1"/>
            </a:lvl3pPr>
            <a:lvl4pPr marL="1828800" lvl="3" indent="-228600" algn="l">
              <a:lnSpc>
                <a:spcPct val="90000"/>
              </a:lnSpc>
              <a:spcBef>
                <a:spcPts val="400"/>
              </a:spcBef>
              <a:spcAft>
                <a:spcPts val="0"/>
              </a:spcAft>
              <a:buSzPts val="1280"/>
              <a:buNone/>
              <a:defRPr sz="1600" b="1"/>
            </a:lvl4pPr>
            <a:lvl5pPr marL="2286000" lvl="4" indent="-228600" algn="l">
              <a:lnSpc>
                <a:spcPct val="90000"/>
              </a:lnSpc>
              <a:spcBef>
                <a:spcPts val="400"/>
              </a:spcBef>
              <a:spcAft>
                <a:spcPts val="0"/>
              </a:spcAft>
              <a:buSzPts val="1280"/>
              <a:buNone/>
              <a:defRPr sz="1600" b="1"/>
            </a:lvl5pPr>
            <a:lvl6pPr marL="2743200" lvl="5" indent="-228600" algn="l">
              <a:lnSpc>
                <a:spcPct val="90000"/>
              </a:lnSpc>
              <a:spcBef>
                <a:spcPts val="400"/>
              </a:spcBef>
              <a:spcAft>
                <a:spcPts val="0"/>
              </a:spcAft>
              <a:buSzPts val="1280"/>
              <a:buNone/>
              <a:defRPr sz="1600" b="1"/>
            </a:lvl6pPr>
            <a:lvl7pPr marL="3200400" lvl="6" indent="-228600" algn="l">
              <a:lnSpc>
                <a:spcPct val="90000"/>
              </a:lnSpc>
              <a:spcBef>
                <a:spcPts val="400"/>
              </a:spcBef>
              <a:spcAft>
                <a:spcPts val="0"/>
              </a:spcAft>
              <a:buSzPts val="1280"/>
              <a:buNone/>
              <a:defRPr sz="1600" b="1"/>
            </a:lvl7pPr>
            <a:lvl8pPr marL="3657600" lvl="7" indent="-228600" algn="l">
              <a:lnSpc>
                <a:spcPct val="90000"/>
              </a:lnSpc>
              <a:spcBef>
                <a:spcPts val="400"/>
              </a:spcBef>
              <a:spcAft>
                <a:spcPts val="0"/>
              </a:spcAft>
              <a:buSzPts val="1280"/>
              <a:buNone/>
              <a:defRPr sz="1600" b="1"/>
            </a:lvl8pPr>
            <a:lvl9pPr marL="4114800" lvl="8" indent="-228600" algn="l">
              <a:lnSpc>
                <a:spcPct val="90000"/>
              </a:lnSpc>
              <a:spcBef>
                <a:spcPts val="400"/>
              </a:spcBef>
              <a:spcAft>
                <a:spcPts val="400"/>
              </a:spcAft>
              <a:buSzPts val="1280"/>
              <a:buNone/>
              <a:defRPr sz="1600" b="1"/>
            </a:lvl9pPr>
          </a:lstStyle>
          <a:p>
            <a:endParaRPr/>
          </a:p>
        </p:txBody>
      </p:sp>
      <p:sp>
        <p:nvSpPr>
          <p:cNvPr id="65" name="Google Shape;65;p80"/>
          <p:cNvSpPr txBox="1">
            <a:spLocks noGrp="1"/>
          </p:cNvSpPr>
          <p:nvPr>
            <p:ph type="body" idx="4"/>
          </p:nvPr>
        </p:nvSpPr>
        <p:spPr>
          <a:xfrm>
            <a:off x="6269173" y="2719322"/>
            <a:ext cx="4754880" cy="3383280"/>
          </a:xfrm>
          <a:prstGeom prst="rect">
            <a:avLst/>
          </a:prstGeom>
          <a:noFill/>
          <a:ln>
            <a:noFill/>
          </a:ln>
        </p:spPr>
        <p:txBody>
          <a:bodyPr spcFirstLastPara="1" wrap="square" lIns="91425" tIns="45700" rIns="91425" bIns="45700" anchor="t" anchorCtr="0">
            <a:normAutofit/>
          </a:bodyPr>
          <a:lstStyle>
            <a:lvl1pPr marL="457200" lvl="0" indent="-340360" algn="l">
              <a:lnSpc>
                <a:spcPct val="90000"/>
              </a:lnSpc>
              <a:spcBef>
                <a:spcPts val="1400"/>
              </a:spcBef>
              <a:spcAft>
                <a:spcPts val="0"/>
              </a:spcAft>
              <a:buSzPts val="1760"/>
              <a:buChar char="•"/>
              <a:defRPr sz="2200"/>
            </a:lvl1pPr>
            <a:lvl2pPr marL="914400" lvl="1" indent="-330200" algn="l">
              <a:lnSpc>
                <a:spcPct val="90000"/>
              </a:lnSpc>
              <a:spcBef>
                <a:spcPts val="200"/>
              </a:spcBef>
              <a:spcAft>
                <a:spcPts val="0"/>
              </a:spcAft>
              <a:buSzPts val="1600"/>
              <a:buChar char="•"/>
              <a:defRPr sz="2000"/>
            </a:lvl2pPr>
            <a:lvl3pPr marL="1371600" lvl="2" indent="-320040" algn="l">
              <a:lnSpc>
                <a:spcPct val="90000"/>
              </a:lnSpc>
              <a:spcBef>
                <a:spcPts val="400"/>
              </a:spcBef>
              <a:spcAft>
                <a:spcPts val="0"/>
              </a:spcAft>
              <a:buSzPts val="1440"/>
              <a:buChar char="•"/>
              <a:defRPr sz="1800"/>
            </a:lvl3pPr>
            <a:lvl4pPr marL="1828800" lvl="3" indent="-309880" algn="l">
              <a:lnSpc>
                <a:spcPct val="90000"/>
              </a:lnSpc>
              <a:spcBef>
                <a:spcPts val="400"/>
              </a:spcBef>
              <a:spcAft>
                <a:spcPts val="0"/>
              </a:spcAft>
              <a:buSzPts val="1280"/>
              <a:buChar char="•"/>
              <a:defRPr sz="1600"/>
            </a:lvl4pPr>
            <a:lvl5pPr marL="2286000" lvl="4" indent="-309880" algn="l">
              <a:lnSpc>
                <a:spcPct val="90000"/>
              </a:lnSpc>
              <a:spcBef>
                <a:spcPts val="400"/>
              </a:spcBef>
              <a:spcAft>
                <a:spcPts val="0"/>
              </a:spcAft>
              <a:buSzPts val="1280"/>
              <a:buChar char="•"/>
              <a:defRPr sz="1600"/>
            </a:lvl5pPr>
            <a:lvl6pPr marL="2743200" lvl="5" indent="-309880" algn="l">
              <a:lnSpc>
                <a:spcPct val="90000"/>
              </a:lnSpc>
              <a:spcBef>
                <a:spcPts val="400"/>
              </a:spcBef>
              <a:spcAft>
                <a:spcPts val="0"/>
              </a:spcAft>
              <a:buSzPts val="1280"/>
              <a:buChar char="•"/>
              <a:defRPr sz="1600"/>
            </a:lvl6pPr>
            <a:lvl7pPr marL="3200400" lvl="6" indent="-309880" algn="l">
              <a:lnSpc>
                <a:spcPct val="90000"/>
              </a:lnSpc>
              <a:spcBef>
                <a:spcPts val="400"/>
              </a:spcBef>
              <a:spcAft>
                <a:spcPts val="0"/>
              </a:spcAft>
              <a:buSzPts val="1280"/>
              <a:buChar char="•"/>
              <a:defRPr sz="1600"/>
            </a:lvl7pPr>
            <a:lvl8pPr marL="3657600" lvl="7" indent="-309880" algn="l">
              <a:lnSpc>
                <a:spcPct val="90000"/>
              </a:lnSpc>
              <a:spcBef>
                <a:spcPts val="400"/>
              </a:spcBef>
              <a:spcAft>
                <a:spcPts val="0"/>
              </a:spcAft>
              <a:buSzPts val="1280"/>
              <a:buChar char="•"/>
              <a:defRPr sz="1600"/>
            </a:lvl8pPr>
            <a:lvl9pPr marL="4114800" lvl="8" indent="-309880" algn="l">
              <a:lnSpc>
                <a:spcPct val="90000"/>
              </a:lnSpc>
              <a:spcBef>
                <a:spcPts val="400"/>
              </a:spcBef>
              <a:spcAft>
                <a:spcPts val="400"/>
              </a:spcAft>
              <a:buSzPts val="1280"/>
              <a:buChar char="•"/>
              <a:defRPr sz="1600"/>
            </a:lvl9pPr>
          </a:lstStyle>
          <a:p>
            <a:endParaRPr/>
          </a:p>
        </p:txBody>
      </p:sp>
      <p:sp>
        <p:nvSpPr>
          <p:cNvPr id="66" name="Google Shape;66;p80"/>
          <p:cNvSpPr txBox="1">
            <a:spLocks noGrp="1"/>
          </p:cNvSpPr>
          <p:nvPr>
            <p:ph type="dt" idx="10"/>
          </p:nvPr>
        </p:nvSpPr>
        <p:spPr>
          <a:xfrm>
            <a:off x="1142996" y="6223828"/>
            <a:ext cx="2329074"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80"/>
          <p:cNvSpPr txBox="1">
            <a:spLocks noGrp="1"/>
          </p:cNvSpPr>
          <p:nvPr>
            <p:ph type="ftr" idx="11"/>
          </p:nvPr>
        </p:nvSpPr>
        <p:spPr>
          <a:xfrm>
            <a:off x="3949148" y="6223828"/>
            <a:ext cx="471777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80"/>
          <p:cNvSpPr txBox="1">
            <a:spLocks noGrp="1"/>
          </p:cNvSpPr>
          <p:nvPr>
            <p:ph type="sldNum" idx="12"/>
          </p:nvPr>
        </p:nvSpPr>
        <p:spPr>
          <a:xfrm>
            <a:off x="9329530" y="6223828"/>
            <a:ext cx="170621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9"/>
        <p:cNvGrpSpPr/>
        <p:nvPr/>
      </p:nvGrpSpPr>
      <p:grpSpPr>
        <a:xfrm>
          <a:off x="0" y="0"/>
          <a:ext cx="0" cy="0"/>
          <a:chOff x="0" y="0"/>
          <a:chExt cx="0" cy="0"/>
        </a:xfrm>
      </p:grpSpPr>
      <p:sp>
        <p:nvSpPr>
          <p:cNvPr id="70" name="Google Shape;70;p81"/>
          <p:cNvSpPr txBox="1">
            <a:spLocks noGrp="1"/>
          </p:cNvSpPr>
          <p:nvPr>
            <p:ph type="title"/>
          </p:nvPr>
        </p:nvSpPr>
        <p:spPr>
          <a:xfrm>
            <a:off x="1143000" y="1097280"/>
            <a:ext cx="3931920" cy="173736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4000"/>
              <a:buFont typeface="Corbel"/>
              <a:buNone/>
              <a:defRPr sz="40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81"/>
          <p:cNvSpPr txBox="1">
            <a:spLocks noGrp="1"/>
          </p:cNvSpPr>
          <p:nvPr>
            <p:ph type="body" idx="1"/>
          </p:nvPr>
        </p:nvSpPr>
        <p:spPr>
          <a:xfrm>
            <a:off x="5852159" y="1097280"/>
            <a:ext cx="5212080" cy="4663440"/>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400"/>
              </a:spcBef>
              <a:spcAft>
                <a:spcPts val="0"/>
              </a:spcAft>
              <a:buSzPts val="2560"/>
              <a:buChar char="•"/>
              <a:defRPr sz="3200"/>
            </a:lvl1pPr>
            <a:lvl2pPr marL="914400" lvl="1" indent="-370840" algn="l">
              <a:lnSpc>
                <a:spcPct val="90000"/>
              </a:lnSpc>
              <a:spcBef>
                <a:spcPts val="200"/>
              </a:spcBef>
              <a:spcAft>
                <a:spcPts val="0"/>
              </a:spcAft>
              <a:buSzPts val="2240"/>
              <a:buChar char="•"/>
              <a:defRPr sz="2800"/>
            </a:lvl2pPr>
            <a:lvl3pPr marL="1371600" lvl="2" indent="-350520" algn="l">
              <a:lnSpc>
                <a:spcPct val="90000"/>
              </a:lnSpc>
              <a:spcBef>
                <a:spcPts val="400"/>
              </a:spcBef>
              <a:spcAft>
                <a:spcPts val="0"/>
              </a:spcAft>
              <a:buSzPts val="1920"/>
              <a:buChar char="•"/>
              <a:defRPr sz="2400"/>
            </a:lvl3pPr>
            <a:lvl4pPr marL="1828800" lvl="3" indent="-330200" algn="l">
              <a:lnSpc>
                <a:spcPct val="90000"/>
              </a:lnSpc>
              <a:spcBef>
                <a:spcPts val="400"/>
              </a:spcBef>
              <a:spcAft>
                <a:spcPts val="0"/>
              </a:spcAft>
              <a:buSzPts val="1600"/>
              <a:buChar char="•"/>
              <a:defRPr sz="2000"/>
            </a:lvl4pPr>
            <a:lvl5pPr marL="2286000" lvl="4" indent="-330200" algn="l">
              <a:lnSpc>
                <a:spcPct val="90000"/>
              </a:lnSpc>
              <a:spcBef>
                <a:spcPts val="400"/>
              </a:spcBef>
              <a:spcAft>
                <a:spcPts val="0"/>
              </a:spcAft>
              <a:buSzPts val="1600"/>
              <a:buChar char="•"/>
              <a:defRPr sz="2000"/>
            </a:lvl5pPr>
            <a:lvl6pPr marL="2743200" lvl="5" indent="-330200" algn="l">
              <a:lnSpc>
                <a:spcPct val="90000"/>
              </a:lnSpc>
              <a:spcBef>
                <a:spcPts val="400"/>
              </a:spcBef>
              <a:spcAft>
                <a:spcPts val="0"/>
              </a:spcAft>
              <a:buSzPts val="1600"/>
              <a:buChar char="•"/>
              <a:defRPr sz="2000"/>
            </a:lvl6pPr>
            <a:lvl7pPr marL="3200400" lvl="6" indent="-330200" algn="l">
              <a:lnSpc>
                <a:spcPct val="90000"/>
              </a:lnSpc>
              <a:spcBef>
                <a:spcPts val="400"/>
              </a:spcBef>
              <a:spcAft>
                <a:spcPts val="0"/>
              </a:spcAft>
              <a:buSzPts val="1600"/>
              <a:buChar char="•"/>
              <a:defRPr sz="2000"/>
            </a:lvl7pPr>
            <a:lvl8pPr marL="3657600" lvl="7" indent="-330200" algn="l">
              <a:lnSpc>
                <a:spcPct val="90000"/>
              </a:lnSpc>
              <a:spcBef>
                <a:spcPts val="400"/>
              </a:spcBef>
              <a:spcAft>
                <a:spcPts val="0"/>
              </a:spcAft>
              <a:buSzPts val="1600"/>
              <a:buChar char="•"/>
              <a:defRPr sz="2000"/>
            </a:lvl8pPr>
            <a:lvl9pPr marL="4114800" lvl="8" indent="-330200" algn="l">
              <a:lnSpc>
                <a:spcPct val="90000"/>
              </a:lnSpc>
              <a:spcBef>
                <a:spcPts val="400"/>
              </a:spcBef>
              <a:spcAft>
                <a:spcPts val="400"/>
              </a:spcAft>
              <a:buSzPts val="1600"/>
              <a:buChar char="•"/>
              <a:defRPr sz="2000"/>
            </a:lvl9pPr>
          </a:lstStyle>
          <a:p>
            <a:endParaRPr/>
          </a:p>
        </p:txBody>
      </p:sp>
      <p:sp>
        <p:nvSpPr>
          <p:cNvPr id="72" name="Google Shape;72;p81"/>
          <p:cNvSpPr txBox="1">
            <a:spLocks noGrp="1"/>
          </p:cNvSpPr>
          <p:nvPr>
            <p:ph type="body" idx="2"/>
          </p:nvPr>
        </p:nvSpPr>
        <p:spPr>
          <a:xfrm>
            <a:off x="1143000" y="2834640"/>
            <a:ext cx="3931920" cy="301752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360"/>
              <a:buNone/>
              <a:defRPr sz="1700"/>
            </a:lvl1pPr>
            <a:lvl2pPr marL="914400" lvl="1" indent="-228600" algn="l">
              <a:lnSpc>
                <a:spcPct val="90000"/>
              </a:lnSpc>
              <a:spcBef>
                <a:spcPts val="200"/>
              </a:spcBef>
              <a:spcAft>
                <a:spcPts val="0"/>
              </a:spcAft>
              <a:buSzPts val="960"/>
              <a:buNone/>
              <a:defRPr sz="1200"/>
            </a:lvl2pPr>
            <a:lvl3pPr marL="1371600" lvl="2" indent="-228600" algn="l">
              <a:lnSpc>
                <a:spcPct val="90000"/>
              </a:lnSpc>
              <a:spcBef>
                <a:spcPts val="400"/>
              </a:spcBef>
              <a:spcAft>
                <a:spcPts val="0"/>
              </a:spcAft>
              <a:buSzPts val="800"/>
              <a:buNone/>
              <a:defRPr sz="1000"/>
            </a:lvl3pPr>
            <a:lvl4pPr marL="1828800" lvl="3" indent="-228600" algn="l">
              <a:lnSpc>
                <a:spcPct val="90000"/>
              </a:lnSpc>
              <a:spcBef>
                <a:spcPts val="400"/>
              </a:spcBef>
              <a:spcAft>
                <a:spcPts val="0"/>
              </a:spcAft>
              <a:buSzPts val="720"/>
              <a:buNone/>
              <a:defRPr sz="900"/>
            </a:lvl4pPr>
            <a:lvl5pPr marL="2286000" lvl="4" indent="-228600" algn="l">
              <a:lnSpc>
                <a:spcPct val="90000"/>
              </a:lnSpc>
              <a:spcBef>
                <a:spcPts val="400"/>
              </a:spcBef>
              <a:spcAft>
                <a:spcPts val="0"/>
              </a:spcAft>
              <a:buSzPts val="720"/>
              <a:buNone/>
              <a:defRPr sz="900"/>
            </a:lvl5pPr>
            <a:lvl6pPr marL="2743200" lvl="5" indent="-228600" algn="l">
              <a:lnSpc>
                <a:spcPct val="90000"/>
              </a:lnSpc>
              <a:spcBef>
                <a:spcPts val="400"/>
              </a:spcBef>
              <a:spcAft>
                <a:spcPts val="0"/>
              </a:spcAft>
              <a:buSzPts val="720"/>
              <a:buNone/>
              <a:defRPr sz="900"/>
            </a:lvl6pPr>
            <a:lvl7pPr marL="3200400" lvl="6" indent="-228600" algn="l">
              <a:lnSpc>
                <a:spcPct val="90000"/>
              </a:lnSpc>
              <a:spcBef>
                <a:spcPts val="400"/>
              </a:spcBef>
              <a:spcAft>
                <a:spcPts val="0"/>
              </a:spcAft>
              <a:buSzPts val="720"/>
              <a:buNone/>
              <a:defRPr sz="900"/>
            </a:lvl7pPr>
            <a:lvl8pPr marL="3657600" lvl="7" indent="-228600" algn="l">
              <a:lnSpc>
                <a:spcPct val="90000"/>
              </a:lnSpc>
              <a:spcBef>
                <a:spcPts val="400"/>
              </a:spcBef>
              <a:spcAft>
                <a:spcPts val="0"/>
              </a:spcAft>
              <a:buSzPts val="720"/>
              <a:buNone/>
              <a:defRPr sz="900"/>
            </a:lvl8pPr>
            <a:lvl9pPr marL="4114800" lvl="8" indent="-228600" algn="l">
              <a:lnSpc>
                <a:spcPct val="90000"/>
              </a:lnSpc>
              <a:spcBef>
                <a:spcPts val="400"/>
              </a:spcBef>
              <a:spcAft>
                <a:spcPts val="400"/>
              </a:spcAft>
              <a:buSzPts val="720"/>
              <a:buNone/>
              <a:defRPr sz="900"/>
            </a:lvl9pPr>
          </a:lstStyle>
          <a:p>
            <a:endParaRPr/>
          </a:p>
        </p:txBody>
      </p:sp>
      <p:sp>
        <p:nvSpPr>
          <p:cNvPr id="73" name="Google Shape;73;p81"/>
          <p:cNvSpPr txBox="1">
            <a:spLocks noGrp="1"/>
          </p:cNvSpPr>
          <p:nvPr>
            <p:ph type="dt" idx="10"/>
          </p:nvPr>
        </p:nvSpPr>
        <p:spPr>
          <a:xfrm>
            <a:off x="1142996" y="6223828"/>
            <a:ext cx="2329074"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81"/>
          <p:cNvSpPr txBox="1">
            <a:spLocks noGrp="1"/>
          </p:cNvSpPr>
          <p:nvPr>
            <p:ph type="ftr" idx="11"/>
          </p:nvPr>
        </p:nvSpPr>
        <p:spPr>
          <a:xfrm>
            <a:off x="3949148" y="6223828"/>
            <a:ext cx="471777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81"/>
          <p:cNvSpPr txBox="1">
            <a:spLocks noGrp="1"/>
          </p:cNvSpPr>
          <p:nvPr>
            <p:ph type="sldNum" idx="12"/>
          </p:nvPr>
        </p:nvSpPr>
        <p:spPr>
          <a:xfrm>
            <a:off x="9329530" y="6223828"/>
            <a:ext cx="170621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6"/>
        <p:cNvGrpSpPr/>
        <p:nvPr/>
      </p:nvGrpSpPr>
      <p:grpSpPr>
        <a:xfrm>
          <a:off x="0" y="0"/>
          <a:ext cx="0" cy="0"/>
          <a:chOff x="0" y="0"/>
          <a:chExt cx="0" cy="0"/>
        </a:xfrm>
      </p:grpSpPr>
      <p:sp>
        <p:nvSpPr>
          <p:cNvPr id="77" name="Google Shape;77;p82"/>
          <p:cNvSpPr txBox="1">
            <a:spLocks noGrp="1"/>
          </p:cNvSpPr>
          <p:nvPr>
            <p:ph type="title"/>
          </p:nvPr>
        </p:nvSpPr>
        <p:spPr>
          <a:xfrm>
            <a:off x="1143000" y="1097280"/>
            <a:ext cx="3931920" cy="173736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4000"/>
              <a:buFont typeface="Corbel"/>
              <a:buNone/>
              <a:defRPr sz="40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2"/>
          <p:cNvSpPr>
            <a:spLocks noGrp="1"/>
          </p:cNvSpPr>
          <p:nvPr>
            <p:ph type="pic" idx="2"/>
          </p:nvPr>
        </p:nvSpPr>
        <p:spPr>
          <a:xfrm>
            <a:off x="5413248" y="1069847"/>
            <a:ext cx="6099048" cy="4800600"/>
          </a:xfrm>
          <a:prstGeom prst="rect">
            <a:avLst/>
          </a:prstGeom>
          <a:noFill/>
          <a:ln>
            <a:noFill/>
          </a:ln>
        </p:spPr>
      </p:sp>
      <p:sp>
        <p:nvSpPr>
          <p:cNvPr id="79" name="Google Shape;79;p82"/>
          <p:cNvSpPr txBox="1">
            <a:spLocks noGrp="1"/>
          </p:cNvSpPr>
          <p:nvPr>
            <p:ph type="body" idx="1"/>
          </p:nvPr>
        </p:nvSpPr>
        <p:spPr>
          <a:xfrm>
            <a:off x="1143000" y="2834640"/>
            <a:ext cx="3931920" cy="288036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360"/>
              <a:buNone/>
              <a:defRPr sz="1700"/>
            </a:lvl1pPr>
            <a:lvl2pPr marL="914400" lvl="1" indent="-228600" algn="l">
              <a:lnSpc>
                <a:spcPct val="90000"/>
              </a:lnSpc>
              <a:spcBef>
                <a:spcPts val="200"/>
              </a:spcBef>
              <a:spcAft>
                <a:spcPts val="0"/>
              </a:spcAft>
              <a:buSzPts val="960"/>
              <a:buNone/>
              <a:defRPr sz="1200"/>
            </a:lvl2pPr>
            <a:lvl3pPr marL="1371600" lvl="2" indent="-228600" algn="l">
              <a:lnSpc>
                <a:spcPct val="90000"/>
              </a:lnSpc>
              <a:spcBef>
                <a:spcPts val="400"/>
              </a:spcBef>
              <a:spcAft>
                <a:spcPts val="0"/>
              </a:spcAft>
              <a:buSzPts val="800"/>
              <a:buNone/>
              <a:defRPr sz="1000"/>
            </a:lvl3pPr>
            <a:lvl4pPr marL="1828800" lvl="3" indent="-228600" algn="l">
              <a:lnSpc>
                <a:spcPct val="90000"/>
              </a:lnSpc>
              <a:spcBef>
                <a:spcPts val="400"/>
              </a:spcBef>
              <a:spcAft>
                <a:spcPts val="0"/>
              </a:spcAft>
              <a:buSzPts val="720"/>
              <a:buNone/>
              <a:defRPr sz="900"/>
            </a:lvl4pPr>
            <a:lvl5pPr marL="2286000" lvl="4" indent="-228600" algn="l">
              <a:lnSpc>
                <a:spcPct val="90000"/>
              </a:lnSpc>
              <a:spcBef>
                <a:spcPts val="400"/>
              </a:spcBef>
              <a:spcAft>
                <a:spcPts val="0"/>
              </a:spcAft>
              <a:buSzPts val="720"/>
              <a:buNone/>
              <a:defRPr sz="900"/>
            </a:lvl5pPr>
            <a:lvl6pPr marL="2743200" lvl="5" indent="-228600" algn="l">
              <a:lnSpc>
                <a:spcPct val="90000"/>
              </a:lnSpc>
              <a:spcBef>
                <a:spcPts val="400"/>
              </a:spcBef>
              <a:spcAft>
                <a:spcPts val="0"/>
              </a:spcAft>
              <a:buSzPts val="720"/>
              <a:buNone/>
              <a:defRPr sz="900"/>
            </a:lvl6pPr>
            <a:lvl7pPr marL="3200400" lvl="6" indent="-228600" algn="l">
              <a:lnSpc>
                <a:spcPct val="90000"/>
              </a:lnSpc>
              <a:spcBef>
                <a:spcPts val="400"/>
              </a:spcBef>
              <a:spcAft>
                <a:spcPts val="0"/>
              </a:spcAft>
              <a:buSzPts val="720"/>
              <a:buNone/>
              <a:defRPr sz="900"/>
            </a:lvl7pPr>
            <a:lvl8pPr marL="3657600" lvl="7" indent="-228600" algn="l">
              <a:lnSpc>
                <a:spcPct val="90000"/>
              </a:lnSpc>
              <a:spcBef>
                <a:spcPts val="400"/>
              </a:spcBef>
              <a:spcAft>
                <a:spcPts val="0"/>
              </a:spcAft>
              <a:buSzPts val="720"/>
              <a:buNone/>
              <a:defRPr sz="900"/>
            </a:lvl8pPr>
            <a:lvl9pPr marL="4114800" lvl="8" indent="-228600" algn="l">
              <a:lnSpc>
                <a:spcPct val="90000"/>
              </a:lnSpc>
              <a:spcBef>
                <a:spcPts val="400"/>
              </a:spcBef>
              <a:spcAft>
                <a:spcPts val="400"/>
              </a:spcAft>
              <a:buSzPts val="720"/>
              <a:buNone/>
              <a:defRPr sz="900"/>
            </a:lvl9pPr>
          </a:lstStyle>
          <a:p>
            <a:endParaRPr/>
          </a:p>
        </p:txBody>
      </p:sp>
      <p:sp>
        <p:nvSpPr>
          <p:cNvPr id="80" name="Google Shape;80;p82"/>
          <p:cNvSpPr txBox="1">
            <a:spLocks noGrp="1"/>
          </p:cNvSpPr>
          <p:nvPr>
            <p:ph type="dt" idx="10"/>
          </p:nvPr>
        </p:nvSpPr>
        <p:spPr>
          <a:xfrm>
            <a:off x="1142996" y="6223828"/>
            <a:ext cx="2329074"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82"/>
          <p:cNvSpPr txBox="1">
            <a:spLocks noGrp="1"/>
          </p:cNvSpPr>
          <p:nvPr>
            <p:ph type="ftr" idx="11"/>
          </p:nvPr>
        </p:nvSpPr>
        <p:spPr>
          <a:xfrm>
            <a:off x="3949148" y="6223828"/>
            <a:ext cx="471777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2"/>
          <p:cNvSpPr txBox="1">
            <a:spLocks noGrp="1"/>
          </p:cNvSpPr>
          <p:nvPr>
            <p:ph type="sldNum" idx="12"/>
          </p:nvPr>
        </p:nvSpPr>
        <p:spPr>
          <a:xfrm>
            <a:off x="9329530" y="6223828"/>
            <a:ext cx="170621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3"/>
        <p:cNvGrpSpPr/>
        <p:nvPr/>
      </p:nvGrpSpPr>
      <p:grpSpPr>
        <a:xfrm>
          <a:off x="0" y="0"/>
          <a:ext cx="0" cy="0"/>
          <a:chOff x="0" y="0"/>
          <a:chExt cx="0" cy="0"/>
        </a:xfrm>
      </p:grpSpPr>
      <p:sp>
        <p:nvSpPr>
          <p:cNvPr id="84" name="Google Shape;84;p83"/>
          <p:cNvSpPr txBox="1">
            <a:spLocks noGrp="1"/>
          </p:cNvSpPr>
          <p:nvPr>
            <p:ph type="title"/>
          </p:nvPr>
        </p:nvSpPr>
        <p:spPr>
          <a:xfrm>
            <a:off x="1143000" y="609600"/>
            <a:ext cx="9875520" cy="135636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3"/>
          <p:cNvSpPr txBox="1">
            <a:spLocks noGrp="1"/>
          </p:cNvSpPr>
          <p:nvPr>
            <p:ph type="body" idx="1"/>
          </p:nvPr>
        </p:nvSpPr>
        <p:spPr>
          <a:xfrm rot="5400000">
            <a:off x="4060136" y="-859736"/>
            <a:ext cx="4038600" cy="9872871"/>
          </a:xfrm>
          <a:prstGeom prst="rect">
            <a:avLst/>
          </a:prstGeom>
          <a:noFill/>
          <a:ln>
            <a:noFill/>
          </a:ln>
        </p:spPr>
        <p:txBody>
          <a:bodyPr spcFirstLastPara="1" wrap="square" lIns="91425" tIns="45700" rIns="91425" bIns="45700" anchor="t" anchorCtr="0">
            <a:normAutofit/>
          </a:bodyPr>
          <a:lstStyle>
            <a:lvl1pPr marL="457200" lvl="0" indent="-320040" algn="l">
              <a:lnSpc>
                <a:spcPct val="90000"/>
              </a:lnSpc>
              <a:spcBef>
                <a:spcPts val="1400"/>
              </a:spcBef>
              <a:spcAft>
                <a:spcPts val="0"/>
              </a:spcAft>
              <a:buSzPts val="1440"/>
              <a:buChar char="•"/>
              <a:defRPr/>
            </a:lvl1pPr>
            <a:lvl2pPr marL="914400" lvl="1" indent="-320040" algn="l">
              <a:lnSpc>
                <a:spcPct val="90000"/>
              </a:lnSpc>
              <a:spcBef>
                <a:spcPts val="200"/>
              </a:spcBef>
              <a:spcAft>
                <a:spcPts val="0"/>
              </a:spcAft>
              <a:buSzPts val="1440"/>
              <a:buChar char="•"/>
              <a:defRPr/>
            </a:lvl2pPr>
            <a:lvl3pPr marL="1371600" lvl="2" indent="-320040" algn="l">
              <a:lnSpc>
                <a:spcPct val="90000"/>
              </a:lnSpc>
              <a:spcBef>
                <a:spcPts val="400"/>
              </a:spcBef>
              <a:spcAft>
                <a:spcPts val="0"/>
              </a:spcAft>
              <a:buSzPts val="1440"/>
              <a:buChar char="•"/>
              <a:defRPr/>
            </a:lvl3pPr>
            <a:lvl4pPr marL="1828800" lvl="3" indent="-320040" algn="l">
              <a:lnSpc>
                <a:spcPct val="90000"/>
              </a:lnSpc>
              <a:spcBef>
                <a:spcPts val="400"/>
              </a:spcBef>
              <a:spcAft>
                <a:spcPts val="0"/>
              </a:spcAft>
              <a:buSzPts val="1440"/>
              <a:buChar char="•"/>
              <a:defRPr/>
            </a:lvl4pPr>
            <a:lvl5pPr marL="2286000" lvl="4" indent="-320040" algn="l">
              <a:lnSpc>
                <a:spcPct val="90000"/>
              </a:lnSpc>
              <a:spcBef>
                <a:spcPts val="400"/>
              </a:spcBef>
              <a:spcAft>
                <a:spcPts val="0"/>
              </a:spcAft>
              <a:buSzPts val="1440"/>
              <a:buChar char="•"/>
              <a:defRPr/>
            </a:lvl5pPr>
            <a:lvl6pPr marL="2743200" lvl="5" indent="-320040" algn="l">
              <a:lnSpc>
                <a:spcPct val="90000"/>
              </a:lnSpc>
              <a:spcBef>
                <a:spcPts val="400"/>
              </a:spcBef>
              <a:spcAft>
                <a:spcPts val="0"/>
              </a:spcAft>
              <a:buSzPts val="1440"/>
              <a:buChar char="•"/>
              <a:defRPr/>
            </a:lvl6pPr>
            <a:lvl7pPr marL="3200400" lvl="6" indent="-320040" algn="l">
              <a:lnSpc>
                <a:spcPct val="90000"/>
              </a:lnSpc>
              <a:spcBef>
                <a:spcPts val="400"/>
              </a:spcBef>
              <a:spcAft>
                <a:spcPts val="0"/>
              </a:spcAft>
              <a:buSzPts val="1440"/>
              <a:buChar char="•"/>
              <a:defRPr/>
            </a:lvl7pPr>
            <a:lvl8pPr marL="3657600" lvl="7" indent="-320040" algn="l">
              <a:lnSpc>
                <a:spcPct val="90000"/>
              </a:lnSpc>
              <a:spcBef>
                <a:spcPts val="400"/>
              </a:spcBef>
              <a:spcAft>
                <a:spcPts val="0"/>
              </a:spcAft>
              <a:buSzPts val="1440"/>
              <a:buChar char="•"/>
              <a:defRPr/>
            </a:lvl8pPr>
            <a:lvl9pPr marL="4114800" lvl="8" indent="-320040" algn="l">
              <a:lnSpc>
                <a:spcPct val="90000"/>
              </a:lnSpc>
              <a:spcBef>
                <a:spcPts val="400"/>
              </a:spcBef>
              <a:spcAft>
                <a:spcPts val="400"/>
              </a:spcAft>
              <a:buSzPts val="1440"/>
              <a:buChar char="•"/>
              <a:defRPr/>
            </a:lvl9pPr>
          </a:lstStyle>
          <a:p>
            <a:endParaRPr/>
          </a:p>
        </p:txBody>
      </p:sp>
      <p:sp>
        <p:nvSpPr>
          <p:cNvPr id="86" name="Google Shape;86;p83"/>
          <p:cNvSpPr txBox="1">
            <a:spLocks noGrp="1"/>
          </p:cNvSpPr>
          <p:nvPr>
            <p:ph type="dt" idx="10"/>
          </p:nvPr>
        </p:nvSpPr>
        <p:spPr>
          <a:xfrm>
            <a:off x="1142996" y="6223828"/>
            <a:ext cx="2329074"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83"/>
          <p:cNvSpPr txBox="1">
            <a:spLocks noGrp="1"/>
          </p:cNvSpPr>
          <p:nvPr>
            <p:ph type="ftr" idx="11"/>
          </p:nvPr>
        </p:nvSpPr>
        <p:spPr>
          <a:xfrm>
            <a:off x="3949148" y="6223828"/>
            <a:ext cx="471777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83"/>
          <p:cNvSpPr txBox="1">
            <a:spLocks noGrp="1"/>
          </p:cNvSpPr>
          <p:nvPr>
            <p:ph type="sldNum" idx="12"/>
          </p:nvPr>
        </p:nvSpPr>
        <p:spPr>
          <a:xfrm>
            <a:off x="9329530" y="6223828"/>
            <a:ext cx="170621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9"/>
        <p:cNvGrpSpPr/>
        <p:nvPr/>
      </p:nvGrpSpPr>
      <p:grpSpPr>
        <a:xfrm>
          <a:off x="0" y="0"/>
          <a:ext cx="0" cy="0"/>
          <a:chOff x="0" y="0"/>
          <a:chExt cx="0" cy="0"/>
        </a:xfrm>
      </p:grpSpPr>
      <p:sp>
        <p:nvSpPr>
          <p:cNvPr id="90" name="Google Shape;90;p84"/>
          <p:cNvSpPr txBox="1">
            <a:spLocks noGrp="1"/>
          </p:cNvSpPr>
          <p:nvPr>
            <p:ph type="title"/>
          </p:nvPr>
        </p:nvSpPr>
        <p:spPr>
          <a:xfrm rot="5400000">
            <a:off x="7181850" y="2305050"/>
            <a:ext cx="5410200" cy="2324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84"/>
          <p:cNvSpPr txBox="1">
            <a:spLocks noGrp="1"/>
          </p:cNvSpPr>
          <p:nvPr>
            <p:ph type="body" idx="1"/>
          </p:nvPr>
        </p:nvSpPr>
        <p:spPr>
          <a:xfrm rot="5400000">
            <a:off x="2152650" y="-247650"/>
            <a:ext cx="5410200" cy="7429500"/>
          </a:xfrm>
          <a:prstGeom prst="rect">
            <a:avLst/>
          </a:prstGeom>
          <a:noFill/>
          <a:ln>
            <a:noFill/>
          </a:ln>
        </p:spPr>
        <p:txBody>
          <a:bodyPr spcFirstLastPara="1" wrap="square" lIns="91425" tIns="45700" rIns="91425" bIns="45700" anchor="t" anchorCtr="0">
            <a:normAutofit/>
          </a:bodyPr>
          <a:lstStyle>
            <a:lvl1pPr marL="457200" lvl="0" indent="-320040" algn="l">
              <a:lnSpc>
                <a:spcPct val="90000"/>
              </a:lnSpc>
              <a:spcBef>
                <a:spcPts val="1400"/>
              </a:spcBef>
              <a:spcAft>
                <a:spcPts val="0"/>
              </a:spcAft>
              <a:buSzPts val="1440"/>
              <a:buChar char="•"/>
              <a:defRPr/>
            </a:lvl1pPr>
            <a:lvl2pPr marL="914400" lvl="1" indent="-320040" algn="l">
              <a:lnSpc>
                <a:spcPct val="90000"/>
              </a:lnSpc>
              <a:spcBef>
                <a:spcPts val="200"/>
              </a:spcBef>
              <a:spcAft>
                <a:spcPts val="0"/>
              </a:spcAft>
              <a:buSzPts val="1440"/>
              <a:buChar char="•"/>
              <a:defRPr/>
            </a:lvl2pPr>
            <a:lvl3pPr marL="1371600" lvl="2" indent="-320040" algn="l">
              <a:lnSpc>
                <a:spcPct val="90000"/>
              </a:lnSpc>
              <a:spcBef>
                <a:spcPts val="400"/>
              </a:spcBef>
              <a:spcAft>
                <a:spcPts val="0"/>
              </a:spcAft>
              <a:buSzPts val="1440"/>
              <a:buChar char="•"/>
              <a:defRPr/>
            </a:lvl3pPr>
            <a:lvl4pPr marL="1828800" lvl="3" indent="-320040" algn="l">
              <a:lnSpc>
                <a:spcPct val="90000"/>
              </a:lnSpc>
              <a:spcBef>
                <a:spcPts val="400"/>
              </a:spcBef>
              <a:spcAft>
                <a:spcPts val="0"/>
              </a:spcAft>
              <a:buSzPts val="1440"/>
              <a:buChar char="•"/>
              <a:defRPr/>
            </a:lvl4pPr>
            <a:lvl5pPr marL="2286000" lvl="4" indent="-320040" algn="l">
              <a:lnSpc>
                <a:spcPct val="90000"/>
              </a:lnSpc>
              <a:spcBef>
                <a:spcPts val="400"/>
              </a:spcBef>
              <a:spcAft>
                <a:spcPts val="0"/>
              </a:spcAft>
              <a:buSzPts val="1440"/>
              <a:buChar char="•"/>
              <a:defRPr/>
            </a:lvl5pPr>
            <a:lvl6pPr marL="2743200" lvl="5" indent="-320040" algn="l">
              <a:lnSpc>
                <a:spcPct val="90000"/>
              </a:lnSpc>
              <a:spcBef>
                <a:spcPts val="400"/>
              </a:spcBef>
              <a:spcAft>
                <a:spcPts val="0"/>
              </a:spcAft>
              <a:buSzPts val="1440"/>
              <a:buChar char="•"/>
              <a:defRPr/>
            </a:lvl6pPr>
            <a:lvl7pPr marL="3200400" lvl="6" indent="-320040" algn="l">
              <a:lnSpc>
                <a:spcPct val="90000"/>
              </a:lnSpc>
              <a:spcBef>
                <a:spcPts val="400"/>
              </a:spcBef>
              <a:spcAft>
                <a:spcPts val="0"/>
              </a:spcAft>
              <a:buSzPts val="1440"/>
              <a:buChar char="•"/>
              <a:defRPr/>
            </a:lvl7pPr>
            <a:lvl8pPr marL="3657600" lvl="7" indent="-320040" algn="l">
              <a:lnSpc>
                <a:spcPct val="90000"/>
              </a:lnSpc>
              <a:spcBef>
                <a:spcPts val="400"/>
              </a:spcBef>
              <a:spcAft>
                <a:spcPts val="0"/>
              </a:spcAft>
              <a:buSzPts val="1440"/>
              <a:buChar char="•"/>
              <a:defRPr/>
            </a:lvl8pPr>
            <a:lvl9pPr marL="4114800" lvl="8" indent="-320040" algn="l">
              <a:lnSpc>
                <a:spcPct val="90000"/>
              </a:lnSpc>
              <a:spcBef>
                <a:spcPts val="400"/>
              </a:spcBef>
              <a:spcAft>
                <a:spcPts val="400"/>
              </a:spcAft>
              <a:buSzPts val="1440"/>
              <a:buChar char="•"/>
              <a:defRPr/>
            </a:lvl9pPr>
          </a:lstStyle>
          <a:p>
            <a:endParaRPr/>
          </a:p>
        </p:txBody>
      </p:sp>
      <p:sp>
        <p:nvSpPr>
          <p:cNvPr id="92" name="Google Shape;92;p84"/>
          <p:cNvSpPr txBox="1">
            <a:spLocks noGrp="1"/>
          </p:cNvSpPr>
          <p:nvPr>
            <p:ph type="dt" idx="10"/>
          </p:nvPr>
        </p:nvSpPr>
        <p:spPr>
          <a:xfrm>
            <a:off x="1142996" y="6223828"/>
            <a:ext cx="2329074"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84"/>
          <p:cNvSpPr txBox="1">
            <a:spLocks noGrp="1"/>
          </p:cNvSpPr>
          <p:nvPr>
            <p:ph type="ftr" idx="11"/>
          </p:nvPr>
        </p:nvSpPr>
        <p:spPr>
          <a:xfrm>
            <a:off x="3949148" y="6223828"/>
            <a:ext cx="471777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84"/>
          <p:cNvSpPr txBox="1">
            <a:spLocks noGrp="1"/>
          </p:cNvSpPr>
          <p:nvPr>
            <p:ph type="sldNum" idx="12"/>
          </p:nvPr>
        </p:nvSpPr>
        <p:spPr>
          <a:xfrm>
            <a:off x="9329530" y="6223828"/>
            <a:ext cx="170621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p73"/>
          <p:cNvSpPr/>
          <p:nvPr/>
        </p:nvSpPr>
        <p:spPr>
          <a:xfrm>
            <a:off x="231140" y="243840"/>
            <a:ext cx="11724600" cy="6378000"/>
          </a:xfrm>
          <a:prstGeom prst="roundRect">
            <a:avLst>
              <a:gd name="adj" fmla="val 1624"/>
            </a:avLst>
          </a:prstGeom>
          <a:solidFill>
            <a:schemeClr val="lt1"/>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73"/>
          <p:cNvSpPr txBox="1">
            <a:spLocks noGrp="1"/>
          </p:cNvSpPr>
          <p:nvPr>
            <p:ph type="title"/>
          </p:nvPr>
        </p:nvSpPr>
        <p:spPr>
          <a:xfrm>
            <a:off x="1143000" y="609600"/>
            <a:ext cx="9875520" cy="135636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orbel"/>
              <a:buNone/>
              <a:defRPr sz="4400" b="0" i="0" u="none" strike="noStrike" cap="none">
                <a:solidFill>
                  <a:schemeClr val="dk1"/>
                </a:solidFill>
                <a:latin typeface="Corbel"/>
                <a:ea typeface="Corbel"/>
                <a:cs typeface="Corbel"/>
                <a:sym typeface="Corbe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 name="Google Shape;12;p73"/>
          <p:cNvSpPr txBox="1">
            <a:spLocks noGrp="1"/>
          </p:cNvSpPr>
          <p:nvPr>
            <p:ph type="body" idx="1"/>
          </p:nvPr>
        </p:nvSpPr>
        <p:spPr>
          <a:xfrm>
            <a:off x="1143000" y="2057400"/>
            <a:ext cx="9872871" cy="4038600"/>
          </a:xfrm>
          <a:prstGeom prst="rect">
            <a:avLst/>
          </a:prstGeom>
          <a:noFill/>
          <a:ln>
            <a:noFill/>
          </a:ln>
        </p:spPr>
        <p:txBody>
          <a:bodyPr spcFirstLastPara="1" wrap="square" lIns="91425" tIns="45700" rIns="91425" bIns="45700" anchor="t" anchorCtr="0">
            <a:normAutofit/>
          </a:bodyPr>
          <a:lstStyle>
            <a:lvl1pPr marL="457200" marR="0" lvl="0" indent="-340360" algn="l" rtl="0">
              <a:lnSpc>
                <a:spcPct val="90000"/>
              </a:lnSpc>
              <a:spcBef>
                <a:spcPts val="1400"/>
              </a:spcBef>
              <a:spcAft>
                <a:spcPts val="0"/>
              </a:spcAft>
              <a:buClr>
                <a:schemeClr val="dk1"/>
              </a:buClr>
              <a:buSzPts val="1760"/>
              <a:buFont typeface="Corbel"/>
              <a:buChar char="•"/>
              <a:defRPr sz="2200" b="0" i="0" u="none" strike="noStrike" cap="none">
                <a:solidFill>
                  <a:schemeClr val="dk1"/>
                </a:solidFill>
                <a:latin typeface="Corbel"/>
                <a:ea typeface="Corbel"/>
                <a:cs typeface="Corbel"/>
                <a:sym typeface="Corbel"/>
              </a:defRPr>
            </a:lvl1pPr>
            <a:lvl2pPr marL="914400" marR="0" lvl="1" indent="-330200" algn="l" rtl="0">
              <a:lnSpc>
                <a:spcPct val="90000"/>
              </a:lnSpc>
              <a:spcBef>
                <a:spcPts val="200"/>
              </a:spcBef>
              <a:spcAft>
                <a:spcPts val="0"/>
              </a:spcAft>
              <a:buClr>
                <a:schemeClr val="dk1"/>
              </a:buClr>
              <a:buSzPts val="1600"/>
              <a:buFont typeface="Corbel"/>
              <a:buChar char="•"/>
              <a:defRPr sz="2000" b="0" i="0" u="none" strike="noStrike" cap="none">
                <a:solidFill>
                  <a:schemeClr val="dk1"/>
                </a:solidFill>
                <a:latin typeface="Corbel"/>
                <a:ea typeface="Corbel"/>
                <a:cs typeface="Corbel"/>
                <a:sym typeface="Corbel"/>
              </a:defRPr>
            </a:lvl2pPr>
            <a:lvl3pPr marL="1371600" marR="0" lvl="2" indent="-320040" algn="l" rtl="0">
              <a:lnSpc>
                <a:spcPct val="90000"/>
              </a:lnSpc>
              <a:spcBef>
                <a:spcPts val="400"/>
              </a:spcBef>
              <a:spcAft>
                <a:spcPts val="0"/>
              </a:spcAft>
              <a:buClr>
                <a:schemeClr val="dk1"/>
              </a:buClr>
              <a:buSzPts val="1440"/>
              <a:buFont typeface="Corbel"/>
              <a:buChar char="•"/>
              <a:defRPr sz="1800" b="0" i="0" u="none" strike="noStrike" cap="none">
                <a:solidFill>
                  <a:schemeClr val="dk1"/>
                </a:solidFill>
                <a:latin typeface="Corbel"/>
                <a:ea typeface="Corbel"/>
                <a:cs typeface="Corbel"/>
                <a:sym typeface="Corbel"/>
              </a:defRPr>
            </a:lvl3pPr>
            <a:lvl4pPr marL="1828800" marR="0" lvl="3" indent="-309880" algn="l" rtl="0">
              <a:lnSpc>
                <a:spcPct val="90000"/>
              </a:lnSpc>
              <a:spcBef>
                <a:spcPts val="400"/>
              </a:spcBef>
              <a:spcAft>
                <a:spcPts val="0"/>
              </a:spcAft>
              <a:buClr>
                <a:schemeClr val="dk1"/>
              </a:buClr>
              <a:buSzPts val="1280"/>
              <a:buFont typeface="Corbel"/>
              <a:buChar char="•"/>
              <a:defRPr sz="1600" b="0" i="0" u="none" strike="noStrike" cap="none">
                <a:solidFill>
                  <a:schemeClr val="dk1"/>
                </a:solidFill>
                <a:latin typeface="Corbel"/>
                <a:ea typeface="Corbel"/>
                <a:cs typeface="Corbel"/>
                <a:sym typeface="Corbel"/>
              </a:defRPr>
            </a:lvl4pPr>
            <a:lvl5pPr marL="2286000" marR="0" lvl="4" indent="-309880" algn="l" rtl="0">
              <a:lnSpc>
                <a:spcPct val="90000"/>
              </a:lnSpc>
              <a:spcBef>
                <a:spcPts val="400"/>
              </a:spcBef>
              <a:spcAft>
                <a:spcPts val="0"/>
              </a:spcAft>
              <a:buClr>
                <a:schemeClr val="dk1"/>
              </a:buClr>
              <a:buSzPts val="1280"/>
              <a:buFont typeface="Corbel"/>
              <a:buChar char="•"/>
              <a:defRPr sz="1600" b="0" i="0" u="none" strike="noStrike" cap="none">
                <a:solidFill>
                  <a:schemeClr val="dk1"/>
                </a:solidFill>
                <a:latin typeface="Corbel"/>
                <a:ea typeface="Corbel"/>
                <a:cs typeface="Corbel"/>
                <a:sym typeface="Corbel"/>
              </a:defRPr>
            </a:lvl5pPr>
            <a:lvl6pPr marL="2743200" marR="0" lvl="5" indent="-309880" algn="l" rtl="0">
              <a:lnSpc>
                <a:spcPct val="90000"/>
              </a:lnSpc>
              <a:spcBef>
                <a:spcPts val="400"/>
              </a:spcBef>
              <a:spcAft>
                <a:spcPts val="0"/>
              </a:spcAft>
              <a:buClr>
                <a:schemeClr val="dk1"/>
              </a:buClr>
              <a:buSzPts val="1280"/>
              <a:buFont typeface="Corbel"/>
              <a:buChar char="•"/>
              <a:defRPr sz="1600" b="0" i="0" u="none" strike="noStrike" cap="none">
                <a:solidFill>
                  <a:schemeClr val="dk1"/>
                </a:solidFill>
                <a:latin typeface="Corbel"/>
                <a:ea typeface="Corbel"/>
                <a:cs typeface="Corbel"/>
                <a:sym typeface="Corbel"/>
              </a:defRPr>
            </a:lvl6pPr>
            <a:lvl7pPr marL="3200400" marR="0" lvl="6" indent="-309880" algn="l" rtl="0">
              <a:lnSpc>
                <a:spcPct val="90000"/>
              </a:lnSpc>
              <a:spcBef>
                <a:spcPts val="400"/>
              </a:spcBef>
              <a:spcAft>
                <a:spcPts val="0"/>
              </a:spcAft>
              <a:buClr>
                <a:schemeClr val="dk1"/>
              </a:buClr>
              <a:buSzPts val="1280"/>
              <a:buFont typeface="Corbel"/>
              <a:buChar char="•"/>
              <a:defRPr sz="1600" b="0" i="0" u="none" strike="noStrike" cap="none">
                <a:solidFill>
                  <a:schemeClr val="dk1"/>
                </a:solidFill>
                <a:latin typeface="Corbel"/>
                <a:ea typeface="Corbel"/>
                <a:cs typeface="Corbel"/>
                <a:sym typeface="Corbel"/>
              </a:defRPr>
            </a:lvl7pPr>
            <a:lvl8pPr marL="3657600" marR="0" lvl="7" indent="-309880" algn="l" rtl="0">
              <a:lnSpc>
                <a:spcPct val="90000"/>
              </a:lnSpc>
              <a:spcBef>
                <a:spcPts val="400"/>
              </a:spcBef>
              <a:spcAft>
                <a:spcPts val="0"/>
              </a:spcAft>
              <a:buClr>
                <a:schemeClr val="dk1"/>
              </a:buClr>
              <a:buSzPts val="1280"/>
              <a:buFont typeface="Corbel"/>
              <a:buChar char="•"/>
              <a:defRPr sz="1600" b="0" i="0" u="none" strike="noStrike" cap="none">
                <a:solidFill>
                  <a:schemeClr val="dk1"/>
                </a:solidFill>
                <a:latin typeface="Corbel"/>
                <a:ea typeface="Corbel"/>
                <a:cs typeface="Corbel"/>
                <a:sym typeface="Corbel"/>
              </a:defRPr>
            </a:lvl8pPr>
            <a:lvl9pPr marL="4114800" marR="0" lvl="8" indent="-309880" algn="l" rtl="0">
              <a:lnSpc>
                <a:spcPct val="90000"/>
              </a:lnSpc>
              <a:spcBef>
                <a:spcPts val="400"/>
              </a:spcBef>
              <a:spcAft>
                <a:spcPts val="400"/>
              </a:spcAft>
              <a:buClr>
                <a:schemeClr val="dk1"/>
              </a:buClr>
              <a:buSzPts val="1280"/>
              <a:buFont typeface="Corbel"/>
              <a:buChar char="•"/>
              <a:defRPr sz="1600" b="0" i="0" u="none" strike="noStrike" cap="none">
                <a:solidFill>
                  <a:schemeClr val="dk1"/>
                </a:solidFill>
                <a:latin typeface="Corbel"/>
                <a:ea typeface="Corbel"/>
                <a:cs typeface="Corbel"/>
                <a:sym typeface="Corbel"/>
              </a:defRPr>
            </a:lvl9pPr>
          </a:lstStyle>
          <a:p>
            <a:endParaRPr/>
          </a:p>
        </p:txBody>
      </p:sp>
      <p:sp>
        <p:nvSpPr>
          <p:cNvPr id="13" name="Google Shape;13;p73"/>
          <p:cNvSpPr txBox="1">
            <a:spLocks noGrp="1"/>
          </p:cNvSpPr>
          <p:nvPr>
            <p:ph type="dt" idx="10"/>
          </p:nvPr>
        </p:nvSpPr>
        <p:spPr>
          <a:xfrm>
            <a:off x="1142996" y="6223828"/>
            <a:ext cx="2329074"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orbel"/>
                <a:ea typeface="Corbel"/>
                <a:cs typeface="Corbel"/>
                <a:sym typeface="Corbe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9pPr>
          </a:lstStyle>
          <a:p>
            <a:endParaRPr/>
          </a:p>
        </p:txBody>
      </p:sp>
      <p:sp>
        <p:nvSpPr>
          <p:cNvPr id="14" name="Google Shape;14;p73"/>
          <p:cNvSpPr txBox="1">
            <a:spLocks noGrp="1"/>
          </p:cNvSpPr>
          <p:nvPr>
            <p:ph type="ftr" idx="11"/>
          </p:nvPr>
        </p:nvSpPr>
        <p:spPr>
          <a:xfrm>
            <a:off x="3949148" y="6223828"/>
            <a:ext cx="4717774"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orbel"/>
                <a:ea typeface="Corbel"/>
                <a:cs typeface="Corbel"/>
                <a:sym typeface="Corbe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9pPr>
          </a:lstStyle>
          <a:p>
            <a:endParaRPr/>
          </a:p>
        </p:txBody>
      </p:sp>
      <p:sp>
        <p:nvSpPr>
          <p:cNvPr id="15" name="Google Shape;15;p73"/>
          <p:cNvSpPr txBox="1">
            <a:spLocks noGrp="1"/>
          </p:cNvSpPr>
          <p:nvPr>
            <p:ph type="sldNum" idx="12"/>
          </p:nvPr>
        </p:nvSpPr>
        <p:spPr>
          <a:xfrm>
            <a:off x="9329530" y="6223828"/>
            <a:ext cx="1706217"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5.jp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7.jp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9.jp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1.png"/><Relationship Id="rId4" Type="http://schemas.openxmlformats.org/officeDocument/2006/relationships/image" Target="../media/image30.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8.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9.jpg"/></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2.gif"/><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5"/>
          <p:cNvSpPr txBox="1"/>
          <p:nvPr/>
        </p:nvSpPr>
        <p:spPr>
          <a:xfrm>
            <a:off x="563050" y="1984988"/>
            <a:ext cx="11234400" cy="1169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3500" b="1" i="0" u="none" strike="noStrike" cap="none">
                <a:solidFill>
                  <a:srgbClr val="002060"/>
                </a:solidFill>
                <a:latin typeface="Arial"/>
                <a:ea typeface="Arial"/>
                <a:cs typeface="Arial"/>
                <a:sym typeface="Arial"/>
              </a:rPr>
              <a:t>Interpretable Multi-Task Machine Learning Framework for Multi-Use Water Quality Indexing</a:t>
            </a:r>
            <a:endParaRPr sz="4400" b="1" i="0" u="none" strike="noStrike" cap="none">
              <a:solidFill>
                <a:srgbClr val="002060"/>
              </a:solidFill>
              <a:latin typeface="Arial"/>
              <a:ea typeface="Arial"/>
              <a:cs typeface="Arial"/>
              <a:sym typeface="Arial"/>
            </a:endParaRPr>
          </a:p>
        </p:txBody>
      </p:sp>
      <p:sp>
        <p:nvSpPr>
          <p:cNvPr id="101" name="Google Shape;101;p5"/>
          <p:cNvSpPr txBox="1"/>
          <p:nvPr/>
        </p:nvSpPr>
        <p:spPr>
          <a:xfrm>
            <a:off x="6096002" y="4036600"/>
            <a:ext cx="5320800" cy="15288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500" b="1" i="0" u="sng" strike="noStrike" cap="none">
                <a:solidFill>
                  <a:schemeClr val="dk1"/>
                </a:solidFill>
                <a:latin typeface="Arial"/>
                <a:ea typeface="Arial"/>
                <a:cs typeface="Arial"/>
                <a:sym typeface="Arial"/>
              </a:rPr>
              <a:t>Presented By</a:t>
            </a:r>
            <a:endParaRPr sz="2500" b="1" i="0" u="sng" strike="noStrike" cap="none">
              <a:solidFill>
                <a:schemeClr val="dk1"/>
              </a:solidFill>
              <a:latin typeface="Arial"/>
              <a:ea typeface="Arial"/>
              <a:cs typeface="Arial"/>
              <a:sym typeface="Arial"/>
            </a:endParaRPr>
          </a:p>
          <a:p>
            <a:pPr marL="0" marR="0" lvl="0" indent="0" algn="ctr" rtl="0">
              <a:lnSpc>
                <a:spcPct val="100000"/>
              </a:lnSpc>
              <a:spcBef>
                <a:spcPts val="800"/>
              </a:spcBef>
              <a:spcAft>
                <a:spcPts val="0"/>
              </a:spcAft>
              <a:buClr>
                <a:schemeClr val="dk1"/>
              </a:buClr>
              <a:buSzPts val="2000"/>
              <a:buFont typeface="Arial"/>
              <a:buNone/>
            </a:pPr>
            <a:r>
              <a:rPr lang="en-US" sz="2500" b="0" i="0" u="none" strike="noStrike" cap="none">
                <a:solidFill>
                  <a:schemeClr val="dk1"/>
                </a:solidFill>
                <a:latin typeface="Arial"/>
                <a:ea typeface="Arial"/>
                <a:cs typeface="Arial"/>
                <a:sym typeface="Arial"/>
              </a:rPr>
              <a:t>Md. Rajaul Karim </a:t>
            </a:r>
            <a:endParaRPr sz="2500" b="0" i="0" u="none" strike="noStrike" cap="none">
              <a:solidFill>
                <a:schemeClr val="dk1"/>
              </a:solidFill>
              <a:latin typeface="Arial"/>
              <a:ea typeface="Arial"/>
              <a:cs typeface="Arial"/>
              <a:sym typeface="Arial"/>
            </a:endParaRPr>
          </a:p>
          <a:p>
            <a:pPr marL="0" marR="0" lvl="0" indent="0" algn="ctr" rtl="0">
              <a:lnSpc>
                <a:spcPct val="100000"/>
              </a:lnSpc>
              <a:spcBef>
                <a:spcPts val="800"/>
              </a:spcBef>
              <a:spcAft>
                <a:spcPts val="0"/>
              </a:spcAft>
              <a:buClr>
                <a:srgbClr val="000000"/>
              </a:buClr>
              <a:buSzPts val="2400"/>
              <a:buFont typeface="Arial"/>
              <a:buNone/>
            </a:pPr>
            <a:r>
              <a:rPr lang="en-US" sz="2500" b="0" i="0" u="none" strike="noStrike" cap="none">
                <a:solidFill>
                  <a:schemeClr val="dk1"/>
                </a:solidFill>
                <a:latin typeface="Arial"/>
                <a:ea typeface="Arial"/>
                <a:cs typeface="Arial"/>
                <a:sym typeface="Arial"/>
              </a:rPr>
              <a:t>Md. Jahidul Islam </a:t>
            </a:r>
            <a:endParaRPr sz="1900" b="0" i="0" u="none" strike="noStrike" cap="none">
              <a:solidFill>
                <a:schemeClr val="dk1"/>
              </a:solidFill>
              <a:latin typeface="Arial"/>
              <a:ea typeface="Arial"/>
              <a:cs typeface="Arial"/>
              <a:sym typeface="Arial"/>
            </a:endParaRPr>
          </a:p>
        </p:txBody>
      </p:sp>
      <p:pic>
        <p:nvPicPr>
          <p:cNvPr id="102" name="Google Shape;102;p5"/>
          <p:cNvPicPr preferRelativeResize="0"/>
          <p:nvPr/>
        </p:nvPicPr>
        <p:blipFill rotWithShape="1">
          <a:blip r:embed="rId3">
            <a:alphaModFix/>
          </a:blip>
          <a:srcRect/>
          <a:stretch/>
        </p:blipFill>
        <p:spPr>
          <a:xfrm>
            <a:off x="4558825" y="555150"/>
            <a:ext cx="3074360" cy="908200"/>
          </a:xfrm>
          <a:prstGeom prst="rect">
            <a:avLst/>
          </a:prstGeom>
          <a:noFill/>
          <a:ln>
            <a:noFill/>
          </a:ln>
        </p:spPr>
      </p:pic>
      <p:sp>
        <p:nvSpPr>
          <p:cNvPr id="103" name="Google Shape;103;p5"/>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a:t>
            </a:fld>
            <a:endParaRPr/>
          </a:p>
        </p:txBody>
      </p:sp>
      <p:sp>
        <p:nvSpPr>
          <p:cNvPr id="104" name="Google Shape;104;p5"/>
          <p:cNvSpPr txBox="1"/>
          <p:nvPr/>
        </p:nvSpPr>
        <p:spPr>
          <a:xfrm>
            <a:off x="856377" y="4036600"/>
            <a:ext cx="5320800" cy="1950802"/>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500" b="1" i="0" u="sng" strike="noStrike" cap="none" dirty="0">
                <a:solidFill>
                  <a:schemeClr val="dk1"/>
                </a:solidFill>
                <a:latin typeface="Arial"/>
                <a:ea typeface="Arial"/>
                <a:cs typeface="Arial"/>
                <a:sym typeface="Arial"/>
              </a:rPr>
              <a:t>Instructed By</a:t>
            </a:r>
            <a:endParaRPr sz="2500" b="1" i="0" u="sng" strike="noStrike" cap="none" dirty="0">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n-US" sz="2500" b="0" i="0" u="none" strike="noStrike" cap="none" dirty="0">
                <a:solidFill>
                  <a:schemeClr val="dk1"/>
                </a:solidFill>
                <a:latin typeface="Arial"/>
                <a:ea typeface="Arial"/>
                <a:cs typeface="Arial"/>
                <a:sym typeface="Arial"/>
              </a:rPr>
              <a:t>Dr. Vijayalakshmi Ramasamy</a:t>
            </a:r>
            <a:endParaRPr sz="2500" b="0" i="0" u="none" strike="noStrike" cap="none" dirty="0">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n-US" sz="2500" b="0" i="0" u="none" strike="noStrike" cap="none" dirty="0">
                <a:solidFill>
                  <a:schemeClr val="dk1"/>
                </a:solidFill>
                <a:latin typeface="Arial"/>
                <a:ea typeface="Arial"/>
                <a:cs typeface="Arial"/>
                <a:sym typeface="Arial"/>
              </a:rPr>
              <a:t>Assistant Professor</a:t>
            </a:r>
          </a:p>
          <a:p>
            <a:pPr marL="0" marR="0" lvl="0" indent="0" algn="ctr" rtl="0">
              <a:lnSpc>
                <a:spcPct val="100000"/>
              </a:lnSpc>
              <a:spcBef>
                <a:spcPts val="0"/>
              </a:spcBef>
              <a:spcAft>
                <a:spcPts val="0"/>
              </a:spcAft>
              <a:buClr>
                <a:srgbClr val="000000"/>
              </a:buClr>
              <a:buSzPts val="2800"/>
              <a:buFont typeface="Arial"/>
              <a:buNone/>
            </a:pPr>
            <a:r>
              <a:rPr lang="en-US" sz="2500" dirty="0">
                <a:solidFill>
                  <a:schemeClr val="dk1"/>
                </a:solidFill>
              </a:rPr>
              <a:t>Georgia Southern University</a:t>
            </a:r>
            <a:endParaRPr sz="2500" b="0" i="0" u="none" strike="noStrike" cap="none" dirty="0">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endParaRPr sz="2500" b="0" i="0" u="none" strike="noStrike" cap="none" dirty="0">
              <a:solidFill>
                <a:schemeClr val="dk1"/>
              </a:solidFill>
              <a:latin typeface="Arial"/>
              <a:ea typeface="Arial"/>
              <a:cs typeface="Arial"/>
              <a:sym typeface="Arial"/>
            </a:endParaRPr>
          </a:p>
          <a:p>
            <a:pPr marL="0" marR="0" lvl="0" indent="0" algn="ctr" rtl="0">
              <a:lnSpc>
                <a:spcPct val="100000"/>
              </a:lnSpc>
              <a:spcBef>
                <a:spcPts val="800"/>
              </a:spcBef>
              <a:spcAft>
                <a:spcPts val="0"/>
              </a:spcAft>
              <a:buClr>
                <a:srgbClr val="000000"/>
              </a:buClr>
              <a:buSzPts val="2400"/>
              <a:buFont typeface="Arial"/>
              <a:buNone/>
            </a:pPr>
            <a:endParaRPr sz="1900" b="0" i="0" u="none" strike="noStrike" cap="none" dirty="0">
              <a:solidFill>
                <a:schemeClr val="dk1"/>
              </a:solidFill>
              <a:latin typeface="Arial"/>
              <a:ea typeface="Arial"/>
              <a:cs typeface="Arial"/>
              <a:sym typeface="Arial"/>
            </a:endParaRPr>
          </a:p>
        </p:txBody>
      </p:sp>
      <p:sp>
        <p:nvSpPr>
          <p:cNvPr id="105" name="Google Shape;105;p5"/>
          <p:cNvSpPr txBox="1"/>
          <p:nvPr/>
        </p:nvSpPr>
        <p:spPr>
          <a:xfrm>
            <a:off x="3772550" y="6036025"/>
            <a:ext cx="3005700" cy="552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800"/>
              </a:spcBef>
              <a:spcAft>
                <a:spcPts val="0"/>
              </a:spcAft>
              <a:buClr>
                <a:srgbClr val="000000"/>
              </a:buClr>
              <a:buSzPts val="2400"/>
              <a:buFont typeface="Arial"/>
              <a:buNone/>
            </a:pPr>
            <a:r>
              <a:rPr lang="en-US" sz="1200" b="1" i="0" u="none" strike="noStrike" cap="none">
                <a:solidFill>
                  <a:schemeClr val="dk1"/>
                </a:solidFill>
                <a:latin typeface="Arial"/>
                <a:ea typeface="Arial"/>
                <a:cs typeface="Arial"/>
                <a:sym typeface="Arial"/>
              </a:rPr>
              <a:t>Date: 03.12.26</a:t>
            </a:r>
            <a:endParaRPr sz="1200" b="0" i="0" u="none" strike="noStrike" cap="none">
              <a:solidFill>
                <a:schemeClr val="dk1"/>
              </a:solidFill>
              <a:latin typeface="Arial"/>
              <a:ea typeface="Arial"/>
              <a:cs typeface="Arial"/>
              <a:sym typeface="Arial"/>
            </a:endParaRPr>
          </a:p>
        </p:txBody>
      </p:sp>
      <p:sp>
        <p:nvSpPr>
          <p:cNvPr id="106" name="Google Shape;106;p5"/>
          <p:cNvSpPr txBox="1"/>
          <p:nvPr/>
        </p:nvSpPr>
        <p:spPr>
          <a:xfrm>
            <a:off x="356100" y="5987400"/>
            <a:ext cx="3005700" cy="552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800"/>
              </a:spcBef>
              <a:spcAft>
                <a:spcPts val="0"/>
              </a:spcAft>
              <a:buClr>
                <a:srgbClr val="000000"/>
              </a:buClr>
              <a:buSzPts val="2400"/>
              <a:buFont typeface="Arial"/>
              <a:buNone/>
            </a:pPr>
            <a:r>
              <a:rPr lang="en-US" sz="1200" b="1" i="0" u="none" strike="noStrike" cap="none">
                <a:solidFill>
                  <a:schemeClr val="dk1"/>
                </a:solidFill>
                <a:latin typeface="Arial"/>
                <a:ea typeface="Arial"/>
                <a:cs typeface="Arial"/>
                <a:sym typeface="Arial"/>
              </a:rPr>
              <a:t>Data Science and Machine Learning</a:t>
            </a:r>
            <a:endParaRPr sz="600" b="0" i="0" u="none" strike="noStrike" cap="non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8"/>
          <p:cNvSpPr txBox="1">
            <a:spLocks noGrp="1"/>
          </p:cNvSpPr>
          <p:nvPr>
            <p:ph type="title"/>
          </p:nvPr>
        </p:nvSpPr>
        <p:spPr>
          <a:xfrm>
            <a:off x="1158250" y="364975"/>
            <a:ext cx="8471700" cy="830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1800"/>
              <a:buNone/>
            </a:pPr>
            <a:r>
              <a:rPr lang="en-US" sz="3400" b="1">
                <a:latin typeface="Arial"/>
                <a:ea typeface="Arial"/>
                <a:cs typeface="Arial"/>
                <a:sym typeface="Arial"/>
              </a:rPr>
              <a:t>Introduction </a:t>
            </a:r>
            <a:r>
              <a:rPr lang="en-US" sz="3400" b="1"/>
              <a:t>(Cont.)</a:t>
            </a:r>
            <a:endParaRPr sz="3400" b="1">
              <a:latin typeface="Arial"/>
              <a:ea typeface="Arial"/>
              <a:cs typeface="Arial"/>
              <a:sym typeface="Arial"/>
            </a:endParaRPr>
          </a:p>
        </p:txBody>
      </p:sp>
      <p:sp>
        <p:nvSpPr>
          <p:cNvPr id="112" name="Google Shape;112;p8"/>
          <p:cNvSpPr txBox="1">
            <a:spLocks noGrp="1"/>
          </p:cNvSpPr>
          <p:nvPr>
            <p:ph type="sldNum" idx="12"/>
          </p:nvPr>
        </p:nvSpPr>
        <p:spPr>
          <a:xfrm>
            <a:off x="9329530" y="6223828"/>
            <a:ext cx="1706217"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sp>
        <p:nvSpPr>
          <p:cNvPr id="113" name="Google Shape;113;p8"/>
          <p:cNvSpPr txBox="1"/>
          <p:nvPr/>
        </p:nvSpPr>
        <p:spPr>
          <a:xfrm>
            <a:off x="856800" y="1427675"/>
            <a:ext cx="10275900" cy="4570800"/>
          </a:xfrm>
          <a:prstGeom prst="rect">
            <a:avLst/>
          </a:prstGeom>
          <a:noFill/>
          <a:ln>
            <a:noFill/>
          </a:ln>
        </p:spPr>
        <p:txBody>
          <a:bodyPr spcFirstLastPara="1" wrap="square" lIns="91425" tIns="45700" rIns="91425" bIns="45700" anchor="t" anchorCtr="0">
            <a:spAutoFit/>
          </a:bodyPr>
          <a:lstStyle/>
          <a:p>
            <a:pPr marL="457200" marR="0" lvl="0" indent="-374650" algn="just" rtl="0">
              <a:lnSpc>
                <a:spcPct val="100000"/>
              </a:lnSpc>
              <a:spcBef>
                <a:spcPts val="0"/>
              </a:spcBef>
              <a:spcAft>
                <a:spcPts val="0"/>
              </a:spcAft>
              <a:buClr>
                <a:srgbClr val="000000"/>
              </a:buClr>
              <a:buSzPts val="2300"/>
              <a:buFont typeface="Arial"/>
              <a:buChar char="●"/>
            </a:pPr>
            <a:r>
              <a:rPr lang="en-US" sz="2300" b="0" i="0" u="none" strike="noStrike" cap="none">
                <a:solidFill>
                  <a:srgbClr val="000000"/>
                </a:solidFill>
                <a:latin typeface="Arial"/>
                <a:ea typeface="Arial"/>
                <a:cs typeface="Arial"/>
                <a:sym typeface="Arial"/>
              </a:rPr>
              <a:t>WQI is a single numerical value (typically 0-100) that summarizes complex physical, chemical, and biological data to represent the overall health of a water body.</a:t>
            </a:r>
            <a:endParaRPr sz="2300" b="0" i="0" u="none" strike="noStrike" cap="none">
              <a:solidFill>
                <a:srgbClr val="000000"/>
              </a:solidFill>
              <a:latin typeface="Arial"/>
              <a:ea typeface="Arial"/>
              <a:cs typeface="Arial"/>
              <a:sym typeface="Arial"/>
            </a:endParaRPr>
          </a:p>
          <a:p>
            <a:pPr marL="457200" marR="0" lvl="0" indent="0" algn="just"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Arial"/>
              <a:ea typeface="Arial"/>
              <a:cs typeface="Arial"/>
              <a:sym typeface="Arial"/>
            </a:endParaRPr>
          </a:p>
          <a:p>
            <a:pPr marL="457200" marR="0" lvl="0" indent="-374650" algn="just" rtl="0">
              <a:lnSpc>
                <a:spcPct val="100000"/>
              </a:lnSpc>
              <a:spcBef>
                <a:spcPts val="0"/>
              </a:spcBef>
              <a:spcAft>
                <a:spcPts val="0"/>
              </a:spcAft>
              <a:buClr>
                <a:srgbClr val="000000"/>
              </a:buClr>
              <a:buSzPts val="2300"/>
              <a:buFont typeface="Arial"/>
              <a:buChar char="●"/>
            </a:pPr>
            <a:r>
              <a:rPr lang="en-US" sz="2300" b="0" i="0" u="none" strike="noStrike" cap="none">
                <a:solidFill>
                  <a:srgbClr val="000000"/>
                </a:solidFill>
                <a:latin typeface="Arial"/>
                <a:ea typeface="Arial"/>
                <a:cs typeface="Arial"/>
                <a:sym typeface="Arial"/>
              </a:rPr>
              <a:t>Machine learning </a:t>
            </a:r>
            <a:r>
              <a:rPr lang="en-US" sz="2300"/>
              <a:t>enables the following:</a:t>
            </a:r>
            <a:endParaRPr sz="2300" b="0" i="0" u="none" strike="noStrike" cap="none">
              <a:solidFill>
                <a:srgbClr val="000000"/>
              </a:solidFill>
              <a:latin typeface="Arial"/>
              <a:ea typeface="Arial"/>
              <a:cs typeface="Arial"/>
              <a:sym typeface="Arial"/>
            </a:endParaRPr>
          </a:p>
          <a:p>
            <a:pPr marL="914400" marR="0" lvl="1" indent="-374650" algn="just" rtl="0">
              <a:lnSpc>
                <a:spcPct val="100000"/>
              </a:lnSpc>
              <a:spcBef>
                <a:spcPts val="0"/>
              </a:spcBef>
              <a:spcAft>
                <a:spcPts val="0"/>
              </a:spcAft>
              <a:buClr>
                <a:srgbClr val="000000"/>
              </a:buClr>
              <a:buSzPts val="2300"/>
              <a:buFont typeface="Arial"/>
              <a:buChar char="○"/>
            </a:pPr>
            <a:r>
              <a:rPr lang="en-US" sz="2300" b="0" i="0" u="none" strike="noStrike" cap="none">
                <a:solidFill>
                  <a:srgbClr val="000000"/>
                </a:solidFill>
                <a:latin typeface="Arial"/>
                <a:ea typeface="Arial"/>
                <a:cs typeface="Arial"/>
                <a:sym typeface="Arial"/>
              </a:rPr>
              <a:t>  Automated WQI prediction and Forecasting</a:t>
            </a:r>
            <a:endParaRPr sz="1300" b="0" i="0" u="none" strike="noStrike" cap="none">
              <a:solidFill>
                <a:srgbClr val="000000"/>
              </a:solidFill>
              <a:latin typeface="Arial"/>
              <a:ea typeface="Arial"/>
              <a:cs typeface="Arial"/>
              <a:sym typeface="Arial"/>
            </a:endParaRPr>
          </a:p>
          <a:p>
            <a:pPr marL="914400" marR="0" lvl="1" indent="-374650" algn="just" rtl="0">
              <a:lnSpc>
                <a:spcPct val="100000"/>
              </a:lnSpc>
              <a:spcBef>
                <a:spcPts val="0"/>
              </a:spcBef>
              <a:spcAft>
                <a:spcPts val="0"/>
              </a:spcAft>
              <a:buClr>
                <a:srgbClr val="000000"/>
              </a:buClr>
              <a:buSzPts val="2300"/>
              <a:buFont typeface="Arial"/>
              <a:buChar char="○"/>
            </a:pPr>
            <a:r>
              <a:rPr lang="en-US" sz="2300" b="0" i="0" u="none" strike="noStrike" cap="none">
                <a:solidFill>
                  <a:srgbClr val="000000"/>
                </a:solidFill>
                <a:latin typeface="Arial"/>
                <a:ea typeface="Arial"/>
                <a:cs typeface="Arial"/>
                <a:sym typeface="Arial"/>
              </a:rPr>
              <a:t>  Modeling of complex environmental relationships</a:t>
            </a:r>
            <a:endParaRPr sz="1300" b="0" i="0" u="none" strike="noStrike" cap="none">
              <a:solidFill>
                <a:srgbClr val="000000"/>
              </a:solidFill>
              <a:latin typeface="Arial"/>
              <a:ea typeface="Arial"/>
              <a:cs typeface="Arial"/>
              <a:sym typeface="Arial"/>
            </a:endParaRPr>
          </a:p>
          <a:p>
            <a:pPr marL="914400" marR="0" lvl="1" indent="-374650" algn="just" rtl="0">
              <a:lnSpc>
                <a:spcPct val="100000"/>
              </a:lnSpc>
              <a:spcBef>
                <a:spcPts val="0"/>
              </a:spcBef>
              <a:spcAft>
                <a:spcPts val="0"/>
              </a:spcAft>
              <a:buClr>
                <a:srgbClr val="000000"/>
              </a:buClr>
              <a:buSzPts val="2300"/>
              <a:buFont typeface="Arial"/>
              <a:buChar char="○"/>
            </a:pPr>
            <a:r>
              <a:rPr lang="en-US" sz="2300" b="0" i="0" u="none" strike="noStrike" cap="none">
                <a:solidFill>
                  <a:srgbClr val="000000"/>
                </a:solidFill>
                <a:latin typeface="Arial"/>
                <a:ea typeface="Arial"/>
                <a:cs typeface="Arial"/>
                <a:sym typeface="Arial"/>
              </a:rPr>
              <a:t>  Scalable monitoring systems</a:t>
            </a:r>
            <a:endParaRPr sz="2300" b="0" i="0" u="none" strike="noStrike" cap="none">
              <a:solidFill>
                <a:srgbClr val="000000"/>
              </a:solidFill>
              <a:latin typeface="Arial"/>
              <a:ea typeface="Arial"/>
              <a:cs typeface="Arial"/>
              <a:sym typeface="Arial"/>
            </a:endParaRPr>
          </a:p>
          <a:p>
            <a:pPr marL="914400" marR="0" lvl="0" indent="0" algn="just"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Arial"/>
              <a:ea typeface="Arial"/>
              <a:cs typeface="Arial"/>
              <a:sym typeface="Arial"/>
            </a:endParaRPr>
          </a:p>
          <a:p>
            <a:pPr marL="457200" marR="0" lvl="0" indent="-374650" algn="just" rtl="0">
              <a:lnSpc>
                <a:spcPct val="150000"/>
              </a:lnSpc>
              <a:spcBef>
                <a:spcPts val="0"/>
              </a:spcBef>
              <a:spcAft>
                <a:spcPts val="0"/>
              </a:spcAft>
              <a:buClr>
                <a:srgbClr val="000000"/>
              </a:buClr>
              <a:buSzPts val="2300"/>
              <a:buFont typeface="Arial"/>
              <a:buChar char="●"/>
            </a:pPr>
            <a:r>
              <a:rPr lang="en-US" sz="2300" b="0" i="0" u="none" strike="noStrike" cap="none">
                <a:solidFill>
                  <a:srgbClr val="000000"/>
                </a:solidFill>
                <a:latin typeface="Arial"/>
                <a:ea typeface="Arial"/>
                <a:cs typeface="Arial"/>
                <a:sym typeface="Arial"/>
              </a:rPr>
              <a:t>Widely Used ML models for WQI predictions: DT, RF, SVM, GB, XGB, </a:t>
            </a:r>
            <a:endParaRPr sz="1300" b="0" i="0" u="none" strike="noStrike" cap="none">
              <a:solidFill>
                <a:srgbClr val="000000"/>
              </a:solidFill>
              <a:latin typeface="Arial"/>
              <a:ea typeface="Arial"/>
              <a:cs typeface="Arial"/>
              <a:sym typeface="Arial"/>
            </a:endParaRPr>
          </a:p>
          <a:p>
            <a:pPr marL="457200" marR="0" lvl="0" indent="-374650" algn="just" rtl="0">
              <a:lnSpc>
                <a:spcPct val="115000"/>
              </a:lnSpc>
              <a:spcBef>
                <a:spcPts val="0"/>
              </a:spcBef>
              <a:spcAft>
                <a:spcPts val="0"/>
              </a:spcAft>
              <a:buClr>
                <a:srgbClr val="000000"/>
              </a:buClr>
              <a:buSzPts val="2300"/>
              <a:buFont typeface="Arial"/>
              <a:buChar char="●"/>
            </a:pPr>
            <a:r>
              <a:rPr lang="en-US" sz="2300" b="0" i="0" u="none" strike="noStrike" cap="none">
                <a:solidFill>
                  <a:srgbClr val="000000"/>
                </a:solidFill>
                <a:latin typeface="Arial"/>
                <a:ea typeface="Arial"/>
                <a:cs typeface="Arial"/>
                <a:sym typeface="Arial"/>
              </a:rPr>
              <a:t>DL models</a:t>
            </a:r>
            <a:r>
              <a:rPr lang="en-US" sz="2300"/>
              <a:t>:</a:t>
            </a:r>
            <a:r>
              <a:rPr lang="en-US" sz="2300" b="0" i="0" u="none" strike="noStrike" cap="none">
                <a:solidFill>
                  <a:srgbClr val="000000"/>
                </a:solidFill>
                <a:latin typeface="Arial"/>
                <a:ea typeface="Arial"/>
                <a:cs typeface="Arial"/>
                <a:sym typeface="Arial"/>
              </a:rPr>
              <a:t> ANN, CNN, RNN, LSTM, etc., are widely used for the prediction and forecasting of the water quality index</a:t>
            </a:r>
            <a:endParaRPr sz="2300" b="0" i="0" u="none" strike="noStrike" cap="none">
              <a:solidFill>
                <a:srgbClr val="000000"/>
              </a:solidFill>
              <a:latin typeface="Arial"/>
              <a:ea typeface="Arial"/>
              <a:cs typeface="Arial"/>
              <a:sym typeface="Arial"/>
            </a:endParaRPr>
          </a:p>
        </p:txBody>
      </p:sp>
      <p:pic>
        <p:nvPicPr>
          <p:cNvPr id="114" name="Google Shape;114;p8"/>
          <p:cNvPicPr preferRelativeResize="0"/>
          <p:nvPr/>
        </p:nvPicPr>
        <p:blipFill rotWithShape="1">
          <a:blip r:embed="rId3">
            <a:alphaModFix/>
          </a:blip>
          <a:srcRect/>
          <a:stretch/>
        </p:blipFill>
        <p:spPr>
          <a:xfrm>
            <a:off x="9918800" y="385675"/>
            <a:ext cx="1686789" cy="498301"/>
          </a:xfrm>
          <a:prstGeom prst="rect">
            <a:avLst/>
          </a:prstGeom>
          <a:noFill/>
          <a:ln>
            <a:noFill/>
          </a:ln>
        </p:spPr>
      </p:pic>
      <p:pic>
        <p:nvPicPr>
          <p:cNvPr id="115" name="Google Shape;115;p8"/>
          <p:cNvPicPr preferRelativeResize="0"/>
          <p:nvPr/>
        </p:nvPicPr>
        <p:blipFill rotWithShape="1">
          <a:blip r:embed="rId4">
            <a:alphaModFix/>
          </a:blip>
          <a:srcRect/>
          <a:stretch/>
        </p:blipFill>
        <p:spPr>
          <a:xfrm>
            <a:off x="8985452" y="2231813"/>
            <a:ext cx="2394375" cy="23943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2"/>
          <p:cNvSpPr txBox="1">
            <a:spLocks noGrp="1"/>
          </p:cNvSpPr>
          <p:nvPr>
            <p:ph type="title"/>
          </p:nvPr>
        </p:nvSpPr>
        <p:spPr>
          <a:xfrm>
            <a:off x="2584800" y="4458400"/>
            <a:ext cx="7022400" cy="7968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sz="4000" b="1">
                <a:latin typeface="Arial"/>
                <a:ea typeface="Arial"/>
                <a:cs typeface="Arial"/>
                <a:sym typeface="Arial"/>
              </a:rPr>
              <a:t>Literature Review</a:t>
            </a:r>
            <a:endParaRPr b="1"/>
          </a:p>
        </p:txBody>
      </p:sp>
      <p:pic>
        <p:nvPicPr>
          <p:cNvPr id="122" name="Google Shape;122;p12"/>
          <p:cNvPicPr preferRelativeResize="0"/>
          <p:nvPr/>
        </p:nvPicPr>
        <p:blipFill rotWithShape="1">
          <a:blip r:embed="rId3">
            <a:alphaModFix/>
          </a:blip>
          <a:srcRect/>
          <a:stretch/>
        </p:blipFill>
        <p:spPr>
          <a:xfrm>
            <a:off x="13219202" y="2300477"/>
            <a:ext cx="1754993" cy="1754993"/>
          </a:xfrm>
          <a:prstGeom prst="rect">
            <a:avLst/>
          </a:prstGeom>
          <a:noFill/>
          <a:ln>
            <a:noFill/>
          </a:ln>
        </p:spPr>
      </p:pic>
      <p:cxnSp>
        <p:nvCxnSpPr>
          <p:cNvPr id="123" name="Google Shape;123;p12"/>
          <p:cNvCxnSpPr/>
          <p:nvPr/>
        </p:nvCxnSpPr>
        <p:spPr>
          <a:xfrm>
            <a:off x="424707" y="5119185"/>
            <a:ext cx="11342700" cy="0"/>
          </a:xfrm>
          <a:prstGeom prst="straightConnector1">
            <a:avLst/>
          </a:prstGeom>
          <a:noFill/>
          <a:ln w="10000" cap="flat" cmpd="sng">
            <a:solidFill>
              <a:schemeClr val="accent1"/>
            </a:solidFill>
            <a:prstDash val="solid"/>
            <a:round/>
            <a:headEnd type="none" w="sm" len="sm"/>
            <a:tailEnd type="none" w="sm" len="sm"/>
          </a:ln>
        </p:spPr>
      </p:cxnSp>
      <p:pic>
        <p:nvPicPr>
          <p:cNvPr id="124" name="Google Shape;124;p12" descr="okay but make it like research papers reviews"/>
          <p:cNvPicPr preferRelativeResize="0"/>
          <p:nvPr/>
        </p:nvPicPr>
        <p:blipFill rotWithShape="1">
          <a:blip r:embed="rId4">
            <a:alphaModFix/>
          </a:blip>
          <a:srcRect/>
          <a:stretch/>
        </p:blipFill>
        <p:spPr>
          <a:xfrm>
            <a:off x="4716987" y="1798938"/>
            <a:ext cx="2758028" cy="2758051"/>
          </a:xfrm>
          <a:prstGeom prst="rect">
            <a:avLst/>
          </a:prstGeom>
          <a:noFill/>
          <a:ln>
            <a:noFill/>
          </a:ln>
        </p:spPr>
      </p:pic>
      <p:pic>
        <p:nvPicPr>
          <p:cNvPr id="125" name="Google Shape;125;p12"/>
          <p:cNvPicPr preferRelativeResize="0"/>
          <p:nvPr/>
        </p:nvPicPr>
        <p:blipFill rotWithShape="1">
          <a:blip r:embed="rId5">
            <a:alphaModFix/>
          </a:blip>
          <a:srcRect/>
          <a:stretch/>
        </p:blipFill>
        <p:spPr>
          <a:xfrm>
            <a:off x="9918800" y="385675"/>
            <a:ext cx="1686789" cy="498301"/>
          </a:xfrm>
          <a:prstGeom prst="rect">
            <a:avLst/>
          </a:prstGeom>
          <a:noFill/>
          <a:ln>
            <a:noFill/>
          </a:ln>
        </p:spPr>
      </p:pic>
      <p:sp>
        <p:nvSpPr>
          <p:cNvPr id="126" name="Google Shape;126;p12"/>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g3ced5e30a9e_2_4"/>
          <p:cNvSpPr txBox="1">
            <a:spLocks noGrp="1"/>
          </p:cNvSpPr>
          <p:nvPr>
            <p:ph type="title"/>
          </p:nvPr>
        </p:nvSpPr>
        <p:spPr>
          <a:xfrm>
            <a:off x="1074050" y="360975"/>
            <a:ext cx="8775300" cy="4548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990"/>
              <a:buNone/>
            </a:pPr>
            <a:r>
              <a:rPr lang="en-US" sz="3400" b="1">
                <a:solidFill>
                  <a:srgbClr val="202122"/>
                </a:solidFill>
                <a:highlight>
                  <a:srgbClr val="FFFFFF"/>
                </a:highlight>
                <a:latin typeface="Arial"/>
                <a:ea typeface="Arial"/>
                <a:cs typeface="Arial"/>
                <a:sym typeface="Arial"/>
              </a:rPr>
              <a:t>Literature Review (1/3)</a:t>
            </a:r>
            <a:endParaRPr sz="3400"/>
          </a:p>
        </p:txBody>
      </p:sp>
      <p:sp>
        <p:nvSpPr>
          <p:cNvPr id="133" name="Google Shape;133;g3ced5e30a9e_2_4"/>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
        <p:nvSpPr>
          <p:cNvPr id="134" name="Google Shape;134;g3ced5e30a9e_2_4"/>
          <p:cNvSpPr txBox="1"/>
          <p:nvPr/>
        </p:nvSpPr>
        <p:spPr>
          <a:xfrm>
            <a:off x="701828" y="928139"/>
            <a:ext cx="10333800" cy="800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A hybrid machine learning framework for water quality index prediction using feature-based neural network initialization </a:t>
            </a:r>
            <a:r>
              <a:rPr lang="en-US" sz="2000" b="0" i="0" u="none" strike="noStrike" cap="none">
                <a:solidFill>
                  <a:schemeClr val="dk1"/>
                </a:solidFill>
                <a:latin typeface="Arial"/>
                <a:ea typeface="Arial"/>
                <a:cs typeface="Arial"/>
                <a:sym typeface="Arial"/>
              </a:rPr>
              <a:t>(Bataineh  et al., 2026)</a:t>
            </a:r>
            <a:endParaRPr sz="2000" b="0" i="0" u="none" strike="noStrike" cap="none">
              <a:solidFill>
                <a:schemeClr val="dk1"/>
              </a:solidFill>
              <a:latin typeface="Arial"/>
              <a:ea typeface="Arial"/>
              <a:cs typeface="Arial"/>
              <a:sym typeface="Arial"/>
            </a:endParaRPr>
          </a:p>
        </p:txBody>
      </p:sp>
      <p:sp>
        <p:nvSpPr>
          <p:cNvPr id="135" name="Google Shape;135;g3ced5e30a9e_2_4"/>
          <p:cNvSpPr txBox="1"/>
          <p:nvPr/>
        </p:nvSpPr>
        <p:spPr>
          <a:xfrm>
            <a:off x="411078" y="1668989"/>
            <a:ext cx="5414100" cy="923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Problem Addressed:</a:t>
            </a:r>
            <a:endParaRPr sz="1200" b="1" i="0" u="none" strike="noStrike" cap="none">
              <a:solidFill>
                <a:srgbClr val="000000"/>
              </a:solidFill>
              <a:latin typeface="Arial"/>
              <a:ea typeface="Arial"/>
              <a:cs typeface="Arial"/>
              <a:sym typeface="Arial"/>
            </a:endParaRPr>
          </a:p>
          <a:p>
            <a:pPr marL="457200" marR="0" lvl="0" indent="-304800" algn="just" rtl="0">
              <a:lnSpc>
                <a:spcPct val="100000"/>
              </a:lnSpc>
              <a:spcBef>
                <a:spcPts val="0"/>
              </a:spcBef>
              <a:spcAft>
                <a:spcPts val="0"/>
              </a:spcAft>
              <a:buClr>
                <a:srgbClr val="000000"/>
              </a:buClr>
              <a:buSzPts val="1200"/>
              <a:buFont typeface="Arial"/>
              <a:buChar char="●"/>
            </a:pPr>
            <a:r>
              <a:rPr lang="en-US" sz="1200" b="0" i="0" u="none" strike="noStrike" cap="none">
                <a:solidFill>
                  <a:srgbClr val="000000"/>
                </a:solidFill>
                <a:latin typeface="Arial"/>
                <a:ea typeface="Arial"/>
                <a:cs typeface="Arial"/>
                <a:sym typeface="Arial"/>
              </a:rPr>
              <a:t>A combined model that uses XGBoost and SHAP to set up a neural network can make predicting the Water Quality Index more accurate than older methods.</a:t>
            </a:r>
            <a:endParaRPr sz="1200" b="0" i="0" u="none" strike="noStrike" cap="none">
              <a:solidFill>
                <a:srgbClr val="000000"/>
              </a:solidFill>
              <a:latin typeface="Arial"/>
              <a:ea typeface="Arial"/>
              <a:cs typeface="Arial"/>
              <a:sym typeface="Arial"/>
            </a:endParaRPr>
          </a:p>
        </p:txBody>
      </p:sp>
      <p:sp>
        <p:nvSpPr>
          <p:cNvPr id="136" name="Google Shape;136;g3ced5e30a9e_2_4"/>
          <p:cNvSpPr txBox="1"/>
          <p:nvPr/>
        </p:nvSpPr>
        <p:spPr>
          <a:xfrm>
            <a:off x="411075" y="2673313"/>
            <a:ext cx="5414100" cy="1139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Methods:</a:t>
            </a:r>
            <a:endParaRPr sz="1200" b="1" i="0" u="none" strike="noStrike" cap="none">
              <a:solidFill>
                <a:srgbClr val="FF0000"/>
              </a:solidFill>
              <a:latin typeface="Arial"/>
              <a:ea typeface="Arial"/>
              <a:cs typeface="Arial"/>
              <a:sym typeface="Arial"/>
            </a:endParaRPr>
          </a:p>
          <a:p>
            <a:pPr marL="457200" marR="0" lvl="0" indent="-304800" algn="just" rtl="0">
              <a:lnSpc>
                <a:spcPct val="100000"/>
              </a:lnSpc>
              <a:spcBef>
                <a:spcPts val="0"/>
              </a:spcBef>
              <a:spcAft>
                <a:spcPts val="0"/>
              </a:spcAft>
              <a:buClr>
                <a:srgbClr val="000000"/>
              </a:buClr>
              <a:buSzPts val="1200"/>
              <a:buFont typeface="Arial"/>
              <a:buChar char="●"/>
            </a:pPr>
            <a:r>
              <a:rPr lang="en-US" sz="1200" b="0" i="0" u="none" strike="noStrike" cap="none">
                <a:solidFill>
                  <a:srgbClr val="000000"/>
                </a:solidFill>
                <a:latin typeface="Arial"/>
                <a:ea typeface="Arial"/>
                <a:cs typeface="Arial"/>
                <a:sym typeface="Arial"/>
              </a:rPr>
              <a:t>The hybrid ANN + XGBoost model (proposed model) baseline models for comparison: Random Forest, Support Vector Regression, Standard ANN, and Standalone XGBoost. </a:t>
            </a:r>
            <a:endParaRPr sz="1200" b="0" i="0" u="none" strike="noStrike" cap="none">
              <a:solidFill>
                <a:srgbClr val="000000"/>
              </a:solidFill>
              <a:latin typeface="Arial"/>
              <a:ea typeface="Arial"/>
              <a:cs typeface="Arial"/>
              <a:sym typeface="Arial"/>
            </a:endParaRPr>
          </a:p>
          <a:p>
            <a:pPr marL="457200" marR="0" lvl="0" indent="0" algn="just"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 name="Google Shape;137;g3ced5e30a9e_2_4"/>
          <p:cNvSpPr txBox="1"/>
          <p:nvPr/>
        </p:nvSpPr>
        <p:spPr>
          <a:xfrm>
            <a:off x="484024" y="3752578"/>
            <a:ext cx="5414100" cy="1139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Limitations/Gaps:</a:t>
            </a:r>
            <a:endParaRPr sz="1200" b="1" i="0" u="none" strike="noStrike" cap="none">
              <a:solidFill>
                <a:srgbClr val="000000"/>
              </a:solidFill>
              <a:latin typeface="Arial"/>
              <a:ea typeface="Arial"/>
              <a:cs typeface="Arial"/>
              <a:sym typeface="Arial"/>
            </a:endParaRPr>
          </a:p>
          <a:p>
            <a:pPr marL="457200" marR="0" lvl="0" indent="-304800" algn="just" rtl="0">
              <a:lnSpc>
                <a:spcPct val="100000"/>
              </a:lnSpc>
              <a:spcBef>
                <a:spcPts val="0"/>
              </a:spcBef>
              <a:spcAft>
                <a:spcPts val="0"/>
              </a:spcAft>
              <a:buClr>
                <a:srgbClr val="000000"/>
              </a:buClr>
              <a:buSzPts val="1200"/>
              <a:buFont typeface="Arial"/>
              <a:buChar char="●"/>
            </a:pPr>
            <a:r>
              <a:rPr lang="en-US" sz="1200" b="0" i="0" u="none" strike="noStrike" cap="none">
                <a:solidFill>
                  <a:srgbClr val="000000"/>
                </a:solidFill>
                <a:latin typeface="Arial"/>
                <a:ea typeface="Arial"/>
                <a:cs typeface="Arial"/>
                <a:sym typeface="Arial"/>
              </a:rPr>
              <a:t>The dataset employed binary classification, although multiple classification is necessary in real life. There is no specific reference to potability measures.</a:t>
            </a:r>
            <a:endParaRPr sz="1200" b="0" i="0" u="none" strike="noStrike" cap="none">
              <a:solidFill>
                <a:srgbClr val="000000"/>
              </a:solidFill>
              <a:latin typeface="Arial"/>
              <a:ea typeface="Arial"/>
              <a:cs typeface="Arial"/>
              <a:sym typeface="Arial"/>
            </a:endParaRPr>
          </a:p>
          <a:p>
            <a:pPr marL="457200" marR="0" lvl="0" indent="0" algn="just"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38" name="Google Shape;138;g3ced5e30a9e_2_4"/>
          <p:cNvPicPr preferRelativeResize="0"/>
          <p:nvPr/>
        </p:nvPicPr>
        <p:blipFill rotWithShape="1">
          <a:blip r:embed="rId3">
            <a:alphaModFix/>
          </a:blip>
          <a:srcRect/>
          <a:stretch/>
        </p:blipFill>
        <p:spPr>
          <a:xfrm>
            <a:off x="6211488" y="1750100"/>
            <a:ext cx="5125776" cy="2283175"/>
          </a:xfrm>
          <a:prstGeom prst="rect">
            <a:avLst/>
          </a:prstGeom>
          <a:noFill/>
          <a:ln>
            <a:noFill/>
          </a:ln>
        </p:spPr>
      </p:pic>
      <p:sp>
        <p:nvSpPr>
          <p:cNvPr id="139" name="Google Shape;139;g3ced5e30a9e_2_4"/>
          <p:cNvSpPr txBox="1"/>
          <p:nvPr/>
        </p:nvSpPr>
        <p:spPr>
          <a:xfrm>
            <a:off x="6105350" y="4054823"/>
            <a:ext cx="55725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Fig. 1: Architecture of the proposed neural network model for WQI prediction.</a:t>
            </a:r>
            <a:r>
              <a:rPr lang="en-US" sz="1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pic>
        <p:nvPicPr>
          <p:cNvPr id="140" name="Google Shape;140;g3ced5e30a9e_2_4"/>
          <p:cNvPicPr preferRelativeResize="0"/>
          <p:nvPr/>
        </p:nvPicPr>
        <p:blipFill rotWithShape="1">
          <a:blip r:embed="rId4">
            <a:alphaModFix/>
          </a:blip>
          <a:srcRect/>
          <a:stretch/>
        </p:blipFill>
        <p:spPr>
          <a:xfrm>
            <a:off x="9918800" y="385675"/>
            <a:ext cx="1686789" cy="498301"/>
          </a:xfrm>
          <a:prstGeom prst="rect">
            <a:avLst/>
          </a:prstGeom>
          <a:noFill/>
          <a:ln>
            <a:noFill/>
          </a:ln>
        </p:spPr>
      </p:pic>
      <p:pic>
        <p:nvPicPr>
          <p:cNvPr id="141" name="Google Shape;141;g3ced5e30a9e_2_4"/>
          <p:cNvPicPr preferRelativeResize="0"/>
          <p:nvPr/>
        </p:nvPicPr>
        <p:blipFill rotWithShape="1">
          <a:blip r:embed="rId5">
            <a:alphaModFix/>
          </a:blip>
          <a:srcRect/>
          <a:stretch/>
        </p:blipFill>
        <p:spPr>
          <a:xfrm>
            <a:off x="6211500" y="4358400"/>
            <a:ext cx="4955322" cy="2178425"/>
          </a:xfrm>
          <a:prstGeom prst="rect">
            <a:avLst/>
          </a:prstGeom>
          <a:noFill/>
          <a:ln>
            <a:noFill/>
          </a:ln>
        </p:spPr>
      </p:pic>
      <p:sp>
        <p:nvSpPr>
          <p:cNvPr id="142" name="Google Shape;142;g3ced5e30a9e_2_4"/>
          <p:cNvSpPr/>
          <p:nvPr/>
        </p:nvSpPr>
        <p:spPr>
          <a:xfrm>
            <a:off x="750425" y="4804775"/>
            <a:ext cx="4815300" cy="1419000"/>
          </a:xfrm>
          <a:prstGeom prst="roundRect">
            <a:avLst>
              <a:gd name="adj" fmla="val 16667"/>
            </a:avLst>
          </a:prstGeom>
          <a:gradFill>
            <a:gsLst>
              <a:gs pos="0">
                <a:srgbClr val="E3E17D"/>
              </a:gs>
              <a:gs pos="100000">
                <a:srgbClr val="AEAC2F"/>
              </a:gs>
            </a:gsLst>
            <a:lin ang="5400012" scaled="0"/>
          </a:gra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Arial"/>
                <a:ea typeface="Arial"/>
                <a:cs typeface="Arial"/>
                <a:sym typeface="Arial"/>
              </a:rPr>
              <a:t>Framework achieved:</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Arial"/>
              <a:ea typeface="Arial"/>
              <a:cs typeface="Arial"/>
              <a:sym typeface="Arial"/>
            </a:endParaRPr>
          </a:p>
          <a:p>
            <a:pPr marL="457200" marR="0" lvl="0" indent="-304800" algn="l" rtl="0">
              <a:lnSpc>
                <a:spcPct val="100000"/>
              </a:lnSpc>
              <a:spcBef>
                <a:spcPts val="0"/>
              </a:spcBef>
              <a:spcAft>
                <a:spcPts val="0"/>
              </a:spcAft>
              <a:buClr>
                <a:schemeClr val="dk1"/>
              </a:buClr>
              <a:buSzPts val="1200"/>
              <a:buFont typeface="Arial"/>
              <a:buChar char="●"/>
            </a:pPr>
            <a:r>
              <a:rPr lang="en-US" sz="1200" b="0" i="0" u="none" strike="noStrike" cap="none">
                <a:solidFill>
                  <a:schemeClr val="dk1"/>
                </a:solidFill>
                <a:latin typeface="Arial"/>
                <a:ea typeface="Arial"/>
                <a:cs typeface="Arial"/>
                <a:sym typeface="Arial"/>
              </a:rPr>
              <a:t>Accuracy of 86.9%, </a:t>
            </a:r>
            <a:endParaRPr sz="1200" b="0" i="0" u="none" strike="noStrike" cap="none">
              <a:solidFill>
                <a:schemeClr val="dk1"/>
              </a:solidFill>
              <a:latin typeface="Arial"/>
              <a:ea typeface="Arial"/>
              <a:cs typeface="Arial"/>
              <a:sym typeface="Arial"/>
            </a:endParaRPr>
          </a:p>
          <a:p>
            <a:pPr marL="457200" marR="0" lvl="0" indent="-304800" algn="l" rtl="0">
              <a:lnSpc>
                <a:spcPct val="100000"/>
              </a:lnSpc>
              <a:spcBef>
                <a:spcPts val="0"/>
              </a:spcBef>
              <a:spcAft>
                <a:spcPts val="0"/>
              </a:spcAft>
              <a:buClr>
                <a:schemeClr val="dk1"/>
              </a:buClr>
              <a:buSzPts val="1200"/>
              <a:buFont typeface="Arial"/>
              <a:buChar char="●"/>
            </a:pPr>
            <a:r>
              <a:rPr lang="en-US" sz="1200" b="0" i="0" u="none" strike="noStrike" cap="none">
                <a:solidFill>
                  <a:schemeClr val="dk1"/>
                </a:solidFill>
                <a:latin typeface="Arial"/>
                <a:ea typeface="Arial"/>
                <a:cs typeface="Arial"/>
                <a:sym typeface="Arial"/>
              </a:rPr>
              <a:t>F1-score of 0.849</a:t>
            </a:r>
            <a:endParaRPr sz="1200" b="0" i="0" u="none" strike="noStrike" cap="none">
              <a:solidFill>
                <a:schemeClr val="dk1"/>
              </a:solidFill>
              <a:latin typeface="Arial"/>
              <a:ea typeface="Arial"/>
              <a:cs typeface="Arial"/>
              <a:sym typeface="Arial"/>
            </a:endParaRPr>
          </a:p>
          <a:p>
            <a:pPr marL="457200" marR="0" lvl="0" indent="-304800" algn="l" rtl="0">
              <a:lnSpc>
                <a:spcPct val="100000"/>
              </a:lnSpc>
              <a:spcBef>
                <a:spcPts val="0"/>
              </a:spcBef>
              <a:spcAft>
                <a:spcPts val="0"/>
              </a:spcAft>
              <a:buClr>
                <a:schemeClr val="dk1"/>
              </a:buClr>
              <a:buSzPts val="1200"/>
              <a:buFont typeface="Arial"/>
              <a:buChar char="●"/>
            </a:pPr>
            <a:r>
              <a:rPr lang="en-US" sz="1200" b="0" i="0" u="none" strike="noStrike" cap="none">
                <a:solidFill>
                  <a:schemeClr val="dk1"/>
                </a:solidFill>
                <a:latin typeface="Arial"/>
                <a:ea typeface="Arial"/>
                <a:cs typeface="Arial"/>
                <a:sym typeface="Arial"/>
              </a:rPr>
              <a:t>Receiver operating characteristic–area under the curve of 0.894</a:t>
            </a:r>
            <a:endParaRPr sz="1200" b="0" i="0" u="none" strike="noStrike" cap="none">
              <a:solidFill>
                <a:schemeClr val="dk1"/>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Arial"/>
              <a:ea typeface="Arial"/>
              <a:cs typeface="Arial"/>
              <a:sym typeface="Arial"/>
            </a:endParaRPr>
          </a:p>
          <a:p>
            <a:pPr marL="91440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g3ced5e30a9e_2_39"/>
          <p:cNvSpPr txBox="1">
            <a:spLocks noGrp="1"/>
          </p:cNvSpPr>
          <p:nvPr>
            <p:ph type="title"/>
          </p:nvPr>
        </p:nvSpPr>
        <p:spPr>
          <a:xfrm>
            <a:off x="1074050" y="346625"/>
            <a:ext cx="8619000" cy="3396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990"/>
              <a:buNone/>
            </a:pPr>
            <a:r>
              <a:rPr lang="en-US" sz="3400" b="1">
                <a:solidFill>
                  <a:srgbClr val="202122"/>
                </a:solidFill>
                <a:highlight>
                  <a:srgbClr val="FFFFFF"/>
                </a:highlight>
                <a:latin typeface="Arial"/>
                <a:ea typeface="Arial"/>
                <a:cs typeface="Arial"/>
                <a:sym typeface="Arial"/>
              </a:rPr>
              <a:t>Literature Review (2/3)</a:t>
            </a:r>
            <a:endParaRPr sz="3400"/>
          </a:p>
        </p:txBody>
      </p:sp>
      <p:sp>
        <p:nvSpPr>
          <p:cNvPr id="149" name="Google Shape;149;g3ced5e30a9e_2_39"/>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
        <p:nvSpPr>
          <p:cNvPr id="150" name="Google Shape;150;g3ced5e30a9e_2_39"/>
          <p:cNvSpPr txBox="1"/>
          <p:nvPr/>
        </p:nvSpPr>
        <p:spPr>
          <a:xfrm>
            <a:off x="622200" y="763774"/>
            <a:ext cx="10333800" cy="800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Comparative analysis of machine learning models for predicting water quality index in Dhaka's rivers of Bangladesh </a:t>
            </a:r>
            <a:r>
              <a:rPr lang="en-US" sz="2000" b="0" i="0" u="none" strike="noStrike" cap="none">
                <a:solidFill>
                  <a:schemeClr val="dk1"/>
                </a:solidFill>
                <a:latin typeface="Arial"/>
                <a:ea typeface="Arial"/>
                <a:cs typeface="Arial"/>
                <a:sym typeface="Arial"/>
              </a:rPr>
              <a:t>(Nishat et al., 2025)</a:t>
            </a:r>
            <a:endParaRPr sz="2000" b="0" i="0" u="none" strike="noStrike" cap="none">
              <a:solidFill>
                <a:srgbClr val="000000"/>
              </a:solidFill>
              <a:latin typeface="Arial"/>
              <a:ea typeface="Arial"/>
              <a:cs typeface="Arial"/>
              <a:sym typeface="Arial"/>
            </a:endParaRPr>
          </a:p>
        </p:txBody>
      </p:sp>
      <p:sp>
        <p:nvSpPr>
          <p:cNvPr id="151" name="Google Shape;151;g3ced5e30a9e_2_39"/>
          <p:cNvSpPr txBox="1"/>
          <p:nvPr/>
        </p:nvSpPr>
        <p:spPr>
          <a:xfrm>
            <a:off x="403525" y="1564176"/>
            <a:ext cx="5414100" cy="1169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Problem Addressed:</a:t>
            </a:r>
            <a:endParaRPr sz="1200" b="1" i="0" u="none" strike="noStrike" cap="none">
              <a:solidFill>
                <a:srgbClr val="000000"/>
              </a:solidFill>
              <a:latin typeface="Arial"/>
              <a:ea typeface="Arial"/>
              <a:cs typeface="Arial"/>
              <a:sym typeface="Arial"/>
            </a:endParaRPr>
          </a:p>
          <a:p>
            <a:pPr marL="457200" marR="0" lvl="0" indent="-304800" algn="just" rtl="0">
              <a:lnSpc>
                <a:spcPct val="100000"/>
              </a:lnSpc>
              <a:spcBef>
                <a:spcPts val="0"/>
              </a:spcBef>
              <a:spcAft>
                <a:spcPts val="0"/>
              </a:spcAft>
              <a:buClr>
                <a:srgbClr val="000000"/>
              </a:buClr>
              <a:buSzPts val="1200"/>
              <a:buFont typeface="Arial"/>
              <a:buChar char="●"/>
            </a:pPr>
            <a:r>
              <a:rPr lang="en-US" sz="1200" b="0" i="0" u="none" strike="noStrike" cap="none">
                <a:solidFill>
                  <a:srgbClr val="000000"/>
                </a:solidFill>
                <a:latin typeface="Arial"/>
                <a:ea typeface="Arial"/>
                <a:cs typeface="Arial"/>
                <a:sym typeface="Arial"/>
              </a:rPr>
              <a:t>Dhaka rivers are severely contaminated by sewage, industrial discharge, and urban runoff; precise Water Quality Index (WQI) forecasting is required for environmental management.</a:t>
            </a:r>
            <a:endParaRPr sz="1200" b="0" i="0" u="none" strike="noStrike" cap="none">
              <a:solidFill>
                <a:srgbClr val="000000"/>
              </a:solidFill>
              <a:latin typeface="Arial"/>
              <a:ea typeface="Arial"/>
              <a:cs typeface="Arial"/>
              <a:sym typeface="Arial"/>
            </a:endParaRPr>
          </a:p>
          <a:p>
            <a:pPr marL="45720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152" name="Google Shape;152;g3ced5e30a9e_2_39"/>
          <p:cNvSpPr txBox="1"/>
          <p:nvPr/>
        </p:nvSpPr>
        <p:spPr>
          <a:xfrm>
            <a:off x="520925" y="2432131"/>
            <a:ext cx="5414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Methods:</a:t>
            </a:r>
            <a:endParaRPr sz="1200" b="1" i="0" u="none" strike="noStrike" cap="none">
              <a:solidFill>
                <a:srgbClr val="000000"/>
              </a:solidFill>
              <a:latin typeface="Arial"/>
              <a:ea typeface="Arial"/>
              <a:cs typeface="Arial"/>
              <a:sym typeface="Arial"/>
            </a:endParaRPr>
          </a:p>
          <a:p>
            <a:pPr marL="457200" marR="0" lvl="0" indent="-304800" algn="just" rtl="0">
              <a:lnSpc>
                <a:spcPct val="100000"/>
              </a:lnSpc>
              <a:spcBef>
                <a:spcPts val="0"/>
              </a:spcBef>
              <a:spcAft>
                <a:spcPts val="0"/>
              </a:spcAft>
              <a:buClr>
                <a:srgbClr val="000000"/>
              </a:buClr>
              <a:buSzPts val="1200"/>
              <a:buFont typeface="Arial"/>
              <a:buChar char="●"/>
            </a:pPr>
            <a:r>
              <a:rPr lang="en-US" sz="1200" b="0" i="0" u="none" strike="noStrike" cap="none">
                <a:solidFill>
                  <a:srgbClr val="000000"/>
                </a:solidFill>
                <a:latin typeface="Arial"/>
                <a:ea typeface="Arial"/>
                <a:cs typeface="Arial"/>
                <a:sym typeface="Arial"/>
              </a:rPr>
              <a:t>Machine Learning Models (14): ANN, RFR, Decision Tree Regression, Linear Regression, Ridge Regression, SGDRegressor, XGBoost, etc.</a:t>
            </a:r>
            <a:endParaRPr sz="1400" b="0" i="0" u="none" strike="noStrike" cap="none">
              <a:solidFill>
                <a:srgbClr val="000000"/>
              </a:solidFill>
              <a:latin typeface="Arial"/>
              <a:ea typeface="Arial"/>
              <a:cs typeface="Arial"/>
              <a:sym typeface="Arial"/>
            </a:endParaRPr>
          </a:p>
        </p:txBody>
      </p:sp>
      <p:sp>
        <p:nvSpPr>
          <p:cNvPr id="153" name="Google Shape;153;g3ced5e30a9e_2_39"/>
          <p:cNvSpPr txBox="1"/>
          <p:nvPr/>
        </p:nvSpPr>
        <p:spPr>
          <a:xfrm>
            <a:off x="520925" y="3265002"/>
            <a:ext cx="5414100" cy="923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Limitations/Gaps:</a:t>
            </a:r>
            <a:endParaRPr sz="1200" b="1" i="0" u="none" strike="noStrike" cap="none">
              <a:solidFill>
                <a:srgbClr val="000000"/>
              </a:solidFill>
              <a:latin typeface="Arial"/>
              <a:ea typeface="Arial"/>
              <a:cs typeface="Arial"/>
              <a:sym typeface="Arial"/>
            </a:endParaRPr>
          </a:p>
          <a:p>
            <a:pPr marL="457200" marR="0" lvl="0" indent="-304800" algn="just" rtl="0">
              <a:lnSpc>
                <a:spcPct val="100000"/>
              </a:lnSpc>
              <a:spcBef>
                <a:spcPts val="0"/>
              </a:spcBef>
              <a:spcAft>
                <a:spcPts val="0"/>
              </a:spcAft>
              <a:buClr>
                <a:srgbClr val="000000"/>
              </a:buClr>
              <a:buSzPts val="1200"/>
              <a:buFont typeface="Arial"/>
              <a:buChar char="●"/>
            </a:pPr>
            <a:r>
              <a:rPr lang="en-US" sz="1200" b="0" i="0" u="none" strike="noStrike" cap="none">
                <a:solidFill>
                  <a:srgbClr val="000000"/>
                </a:solidFill>
                <a:latin typeface="Arial"/>
                <a:ea typeface="Arial"/>
                <a:cs typeface="Arial"/>
                <a:sym typeface="Arial"/>
              </a:rPr>
              <a:t>The models rely on historical data, lack climatic elements, face limitations in regional datasets, and have restricted physicochemical parameters. Very small dataset.</a:t>
            </a:r>
            <a:endParaRPr sz="1400" b="0" i="0" u="none" strike="noStrike" cap="none">
              <a:solidFill>
                <a:srgbClr val="000000"/>
              </a:solidFill>
              <a:latin typeface="Arial"/>
              <a:ea typeface="Arial"/>
              <a:cs typeface="Arial"/>
              <a:sym typeface="Arial"/>
            </a:endParaRPr>
          </a:p>
        </p:txBody>
      </p:sp>
      <p:sp>
        <p:nvSpPr>
          <p:cNvPr id="154" name="Google Shape;154;g3ced5e30a9e_2_39"/>
          <p:cNvSpPr txBox="1"/>
          <p:nvPr/>
        </p:nvSpPr>
        <p:spPr>
          <a:xfrm>
            <a:off x="6545321" y="6131410"/>
            <a:ext cx="33039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Fig. 2:  Working algorithm of the ML models</a:t>
            </a:r>
            <a:endParaRPr sz="1200" b="0" i="0" u="none" strike="noStrike" cap="none">
              <a:solidFill>
                <a:srgbClr val="000000"/>
              </a:solidFill>
              <a:latin typeface="Arial"/>
              <a:ea typeface="Arial"/>
              <a:cs typeface="Arial"/>
              <a:sym typeface="Arial"/>
            </a:endParaRPr>
          </a:p>
        </p:txBody>
      </p:sp>
      <p:pic>
        <p:nvPicPr>
          <p:cNvPr id="155" name="Google Shape;155;g3ced5e30a9e_2_39"/>
          <p:cNvPicPr preferRelativeResize="0"/>
          <p:nvPr/>
        </p:nvPicPr>
        <p:blipFill rotWithShape="1">
          <a:blip r:embed="rId3">
            <a:alphaModFix/>
          </a:blip>
          <a:srcRect/>
          <a:stretch/>
        </p:blipFill>
        <p:spPr>
          <a:xfrm>
            <a:off x="6257075" y="1607450"/>
            <a:ext cx="3303899" cy="4480676"/>
          </a:xfrm>
          <a:prstGeom prst="rect">
            <a:avLst/>
          </a:prstGeom>
          <a:noFill/>
          <a:ln>
            <a:noFill/>
          </a:ln>
        </p:spPr>
      </p:pic>
      <p:pic>
        <p:nvPicPr>
          <p:cNvPr id="156" name="Google Shape;156;g3ced5e30a9e_2_39"/>
          <p:cNvPicPr preferRelativeResize="0"/>
          <p:nvPr/>
        </p:nvPicPr>
        <p:blipFill rotWithShape="1">
          <a:blip r:embed="rId4">
            <a:alphaModFix/>
          </a:blip>
          <a:srcRect/>
          <a:stretch/>
        </p:blipFill>
        <p:spPr>
          <a:xfrm>
            <a:off x="9918800" y="385675"/>
            <a:ext cx="1686789" cy="498301"/>
          </a:xfrm>
          <a:prstGeom prst="rect">
            <a:avLst/>
          </a:prstGeom>
          <a:noFill/>
          <a:ln>
            <a:noFill/>
          </a:ln>
        </p:spPr>
      </p:pic>
      <p:pic>
        <p:nvPicPr>
          <p:cNvPr id="157" name="Google Shape;157;g3ced5e30a9e_2_39"/>
          <p:cNvPicPr preferRelativeResize="0"/>
          <p:nvPr/>
        </p:nvPicPr>
        <p:blipFill rotWithShape="1">
          <a:blip r:embed="rId5">
            <a:alphaModFix/>
          </a:blip>
          <a:srcRect/>
          <a:stretch/>
        </p:blipFill>
        <p:spPr>
          <a:xfrm>
            <a:off x="923697" y="4233150"/>
            <a:ext cx="4943025" cy="2268927"/>
          </a:xfrm>
          <a:prstGeom prst="rect">
            <a:avLst/>
          </a:prstGeom>
          <a:noFill/>
          <a:ln>
            <a:noFill/>
          </a:ln>
        </p:spPr>
      </p:pic>
      <p:sp>
        <p:nvSpPr>
          <p:cNvPr id="158" name="Google Shape;158;g3ced5e30a9e_2_39"/>
          <p:cNvSpPr txBox="1"/>
          <p:nvPr/>
        </p:nvSpPr>
        <p:spPr>
          <a:xfrm>
            <a:off x="9832950" y="3656401"/>
            <a:ext cx="1858500" cy="985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endParaRPr sz="12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45720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159" name="Google Shape;159;g3ced5e30a9e_2_39"/>
          <p:cNvSpPr/>
          <p:nvPr/>
        </p:nvSpPr>
        <p:spPr>
          <a:xfrm>
            <a:off x="9560975" y="2126200"/>
            <a:ext cx="2130600" cy="3962100"/>
          </a:xfrm>
          <a:prstGeom prst="roundRect">
            <a:avLst>
              <a:gd name="adj" fmla="val 16667"/>
            </a:avLst>
          </a:prstGeom>
          <a:gradFill>
            <a:gsLst>
              <a:gs pos="0">
                <a:srgbClr val="E3E17D"/>
              </a:gs>
              <a:gs pos="100000">
                <a:srgbClr val="AEAC2F"/>
              </a:gs>
            </a:gsLst>
            <a:lin ang="5400012" scaled="0"/>
          </a:gra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Arial"/>
                <a:ea typeface="Arial"/>
                <a:cs typeface="Arial"/>
                <a:sym typeface="Arial"/>
              </a:rPr>
              <a:t>The ANN model demonstrated superior predictive  capability, </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Arial"/>
              <a:ea typeface="Arial"/>
              <a:cs typeface="Arial"/>
              <a:sym typeface="Arial"/>
            </a:endParaRPr>
          </a:p>
          <a:p>
            <a:pPr marL="457200" marR="0" lvl="0" indent="-304800" algn="l" rtl="0">
              <a:lnSpc>
                <a:spcPct val="100000"/>
              </a:lnSpc>
              <a:spcBef>
                <a:spcPts val="0"/>
              </a:spcBef>
              <a:spcAft>
                <a:spcPts val="0"/>
              </a:spcAft>
              <a:buClr>
                <a:schemeClr val="dk1"/>
              </a:buClr>
              <a:buSzPts val="1200"/>
              <a:buFont typeface="Arial"/>
              <a:buChar char="●"/>
            </a:pPr>
            <a:r>
              <a:rPr lang="en-US" sz="1200" b="0" i="0" u="none" strike="noStrike" cap="none">
                <a:solidFill>
                  <a:schemeClr val="dk1"/>
                </a:solidFill>
                <a:latin typeface="Arial"/>
                <a:ea typeface="Arial"/>
                <a:cs typeface="Arial"/>
                <a:sym typeface="Arial"/>
              </a:rPr>
              <a:t>Root Mean Squared Error (RMSE) of 2.34,</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Arial"/>
              <a:ea typeface="Arial"/>
              <a:cs typeface="Arial"/>
              <a:sym typeface="Arial"/>
            </a:endParaRPr>
          </a:p>
          <a:p>
            <a:pPr marL="457200" marR="0" lvl="0" indent="-304800" algn="l" rtl="0">
              <a:lnSpc>
                <a:spcPct val="100000"/>
              </a:lnSpc>
              <a:spcBef>
                <a:spcPts val="0"/>
              </a:spcBef>
              <a:spcAft>
                <a:spcPts val="0"/>
              </a:spcAft>
              <a:buClr>
                <a:schemeClr val="dk1"/>
              </a:buClr>
              <a:buSzPts val="1200"/>
              <a:buFont typeface="Arial"/>
              <a:buChar char="●"/>
            </a:pPr>
            <a:r>
              <a:rPr lang="en-US" sz="1200" b="0" i="0" u="none" strike="noStrike" cap="none">
                <a:solidFill>
                  <a:schemeClr val="dk1"/>
                </a:solidFill>
                <a:latin typeface="Arial"/>
                <a:ea typeface="Arial"/>
                <a:cs typeface="Arial"/>
                <a:sym typeface="Arial"/>
              </a:rPr>
              <a:t>Mean Absolute Error (MAE) of 1.24 </a:t>
            </a:r>
            <a:endParaRPr sz="1200" b="0" i="0" u="none" strike="noStrike" cap="none">
              <a:solidFill>
                <a:schemeClr val="dk1"/>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Arial"/>
              <a:ea typeface="Arial"/>
              <a:cs typeface="Arial"/>
              <a:sym typeface="Arial"/>
            </a:endParaRPr>
          </a:p>
          <a:p>
            <a:pPr marL="457200" marR="0" lvl="0" indent="-304800" algn="l" rtl="0">
              <a:lnSpc>
                <a:spcPct val="100000"/>
              </a:lnSpc>
              <a:spcBef>
                <a:spcPts val="0"/>
              </a:spcBef>
              <a:spcAft>
                <a:spcPts val="0"/>
              </a:spcAft>
              <a:buClr>
                <a:schemeClr val="dk1"/>
              </a:buClr>
              <a:buSzPts val="1200"/>
              <a:buFont typeface="Arial"/>
              <a:buChar char="●"/>
            </a:pPr>
            <a:r>
              <a:rPr lang="en-US" sz="1200" b="0" i="0" u="none" strike="noStrike" cap="none">
                <a:solidFill>
                  <a:schemeClr val="dk1"/>
                </a:solidFill>
                <a:latin typeface="Arial"/>
                <a:ea typeface="Arial"/>
                <a:cs typeface="Arial"/>
                <a:sym typeface="Arial"/>
              </a:rPr>
              <a:t>Nash–Sutcliffe </a:t>
            </a:r>
            <a:endParaRPr sz="1200" b="0" i="0" u="none" strike="noStrike" cap="none">
              <a:solidFill>
                <a:schemeClr val="dk1"/>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Arial"/>
                <a:ea typeface="Arial"/>
                <a:cs typeface="Arial"/>
                <a:sym typeface="Arial"/>
              </a:rPr>
              <a:t>Efficiency (NSE) of 0.97, </a:t>
            </a:r>
            <a:endParaRPr sz="1200" b="0" i="0" u="none" strike="noStrike" cap="none">
              <a:solidFill>
                <a:schemeClr val="dk1"/>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Arial"/>
              <a:ea typeface="Arial"/>
              <a:cs typeface="Arial"/>
              <a:sym typeface="Arial"/>
            </a:endParaRPr>
          </a:p>
          <a:p>
            <a:pPr marL="457200" marR="0" lvl="0" indent="-304800" algn="l" rtl="0">
              <a:lnSpc>
                <a:spcPct val="100000"/>
              </a:lnSpc>
              <a:spcBef>
                <a:spcPts val="0"/>
              </a:spcBef>
              <a:spcAft>
                <a:spcPts val="0"/>
              </a:spcAft>
              <a:buClr>
                <a:schemeClr val="dk1"/>
              </a:buClr>
              <a:buSzPts val="1200"/>
              <a:buFont typeface="Arial"/>
              <a:buChar char="●"/>
            </a:pPr>
            <a:r>
              <a:rPr lang="en-US" sz="1200" b="0" i="0" u="none" strike="noStrike" cap="none">
                <a:solidFill>
                  <a:schemeClr val="dk1"/>
                </a:solidFill>
                <a:latin typeface="Arial"/>
                <a:ea typeface="Arial"/>
                <a:cs typeface="Arial"/>
                <a:sym typeface="Arial"/>
              </a:rPr>
              <a:t>Coefficient of Determination (R2) of 0.97</a:t>
            </a:r>
            <a:endParaRPr sz="1400" b="0" i="0" u="none" strike="noStrike" cap="none">
              <a:solidFill>
                <a:srgbClr val="000000"/>
              </a:solidFill>
              <a:latin typeface="Corbel"/>
              <a:ea typeface="Corbel"/>
              <a:cs typeface="Corbel"/>
              <a:sym typeface="Corbe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ced5e30a9e_2_61"/>
          <p:cNvSpPr txBox="1">
            <a:spLocks noGrp="1"/>
          </p:cNvSpPr>
          <p:nvPr>
            <p:ph type="title"/>
          </p:nvPr>
        </p:nvSpPr>
        <p:spPr>
          <a:xfrm>
            <a:off x="1074050" y="346625"/>
            <a:ext cx="8629200" cy="4548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800"/>
              <a:buNone/>
            </a:pPr>
            <a:r>
              <a:rPr lang="en-US" sz="3400" b="1">
                <a:solidFill>
                  <a:srgbClr val="202122"/>
                </a:solidFill>
                <a:highlight>
                  <a:srgbClr val="FFFFFF"/>
                </a:highlight>
                <a:latin typeface="Arial"/>
                <a:ea typeface="Arial"/>
                <a:cs typeface="Arial"/>
                <a:sym typeface="Arial"/>
              </a:rPr>
              <a:t>Literature Review (3/3)</a:t>
            </a:r>
            <a:endParaRPr sz="3400">
              <a:latin typeface="Arial"/>
              <a:ea typeface="Arial"/>
              <a:cs typeface="Arial"/>
              <a:sym typeface="Arial"/>
            </a:endParaRPr>
          </a:p>
        </p:txBody>
      </p:sp>
      <p:sp>
        <p:nvSpPr>
          <p:cNvPr id="166" name="Google Shape;166;g3ced5e30a9e_2_61"/>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sp>
        <p:nvSpPr>
          <p:cNvPr id="167" name="Google Shape;167;g3ced5e30a9e_2_61"/>
          <p:cNvSpPr txBox="1"/>
          <p:nvPr/>
        </p:nvSpPr>
        <p:spPr>
          <a:xfrm>
            <a:off x="291825" y="801425"/>
            <a:ext cx="11313900" cy="800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Predicting and investigating water quality index by robust machine learning methods </a:t>
            </a:r>
            <a:r>
              <a:rPr lang="en-US" sz="2000" b="0" i="0" u="none" strike="noStrike" cap="none">
                <a:solidFill>
                  <a:schemeClr val="dk1"/>
                </a:solidFill>
                <a:latin typeface="Arial"/>
                <a:ea typeface="Arial"/>
                <a:cs typeface="Arial"/>
                <a:sym typeface="Arial"/>
              </a:rPr>
              <a:t>(Han et al., 2025) </a:t>
            </a:r>
            <a:endParaRPr sz="2000" b="0" i="0" u="none" strike="noStrike" cap="none">
              <a:solidFill>
                <a:srgbClr val="000000"/>
              </a:solidFill>
              <a:latin typeface="Arial"/>
              <a:ea typeface="Arial"/>
              <a:cs typeface="Arial"/>
              <a:sym typeface="Arial"/>
            </a:endParaRPr>
          </a:p>
        </p:txBody>
      </p:sp>
      <p:sp>
        <p:nvSpPr>
          <p:cNvPr id="168" name="Google Shape;168;g3ced5e30a9e_2_61"/>
          <p:cNvSpPr txBox="1"/>
          <p:nvPr/>
        </p:nvSpPr>
        <p:spPr>
          <a:xfrm>
            <a:off x="372253" y="1871964"/>
            <a:ext cx="5414100" cy="923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Problem Addressed:</a:t>
            </a:r>
            <a:endParaRPr sz="1200" b="1" i="0" u="none" strike="noStrike" cap="none">
              <a:solidFill>
                <a:srgbClr val="000000"/>
              </a:solidFill>
              <a:latin typeface="Arial"/>
              <a:ea typeface="Arial"/>
              <a:cs typeface="Arial"/>
              <a:sym typeface="Arial"/>
            </a:endParaRPr>
          </a:p>
          <a:p>
            <a:pPr marL="457200" marR="0" lvl="0" indent="-304800" algn="just" rtl="0">
              <a:lnSpc>
                <a:spcPct val="100000"/>
              </a:lnSpc>
              <a:spcBef>
                <a:spcPts val="0"/>
              </a:spcBef>
              <a:spcAft>
                <a:spcPts val="0"/>
              </a:spcAft>
              <a:buClr>
                <a:srgbClr val="000000"/>
              </a:buClr>
              <a:buSzPts val="1200"/>
              <a:buFont typeface="Arial"/>
              <a:buChar char="●"/>
            </a:pPr>
            <a:r>
              <a:rPr lang="en-US" sz="1200" b="0" i="0" u="none" strike="noStrike" cap="none">
                <a:solidFill>
                  <a:srgbClr val="000000"/>
                </a:solidFill>
                <a:latin typeface="Arial"/>
                <a:ea typeface="Arial"/>
                <a:cs typeface="Arial"/>
                <a:sym typeface="Arial"/>
              </a:rPr>
              <a:t>How to use machine learning to precisely estimate and categorize the Water Quality Index (WQI) to enhance environmental sustainability and urban waste management.</a:t>
            </a:r>
            <a:endParaRPr sz="1200" b="0" i="0" u="none" strike="noStrike" cap="none">
              <a:solidFill>
                <a:srgbClr val="000000"/>
              </a:solidFill>
              <a:latin typeface="Arial"/>
              <a:ea typeface="Arial"/>
              <a:cs typeface="Arial"/>
              <a:sym typeface="Arial"/>
            </a:endParaRPr>
          </a:p>
        </p:txBody>
      </p:sp>
      <p:sp>
        <p:nvSpPr>
          <p:cNvPr id="169" name="Google Shape;169;g3ced5e30a9e_2_61"/>
          <p:cNvSpPr txBox="1"/>
          <p:nvPr/>
        </p:nvSpPr>
        <p:spPr>
          <a:xfrm>
            <a:off x="400655" y="2728997"/>
            <a:ext cx="5414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Methods:</a:t>
            </a:r>
            <a:endParaRPr sz="1200" b="1" i="0" u="none" strike="noStrike" cap="none">
              <a:solidFill>
                <a:srgbClr val="000000"/>
              </a:solidFill>
              <a:latin typeface="Arial"/>
              <a:ea typeface="Arial"/>
              <a:cs typeface="Arial"/>
              <a:sym typeface="Arial"/>
            </a:endParaRPr>
          </a:p>
          <a:p>
            <a:pPr marL="457200" marR="0" lvl="0" indent="-304800" algn="just" rtl="0">
              <a:lnSpc>
                <a:spcPct val="100000"/>
              </a:lnSpc>
              <a:spcBef>
                <a:spcPts val="0"/>
              </a:spcBef>
              <a:spcAft>
                <a:spcPts val="0"/>
              </a:spcAft>
              <a:buClr>
                <a:srgbClr val="000000"/>
              </a:buClr>
              <a:buSzPts val="1200"/>
              <a:buFont typeface="Arial"/>
              <a:buChar char="●"/>
            </a:pPr>
            <a:r>
              <a:rPr lang="en-US" sz="1200" b="0" i="0" u="none" strike="noStrike" cap="none">
                <a:solidFill>
                  <a:srgbClr val="000000"/>
                </a:solidFill>
                <a:latin typeface="Arial"/>
                <a:ea typeface="Arial"/>
                <a:cs typeface="Arial"/>
                <a:sym typeface="Arial"/>
              </a:rPr>
              <a:t>LSTM (Deep learning), Random Forest, Decision Tree, Support Vector Machine.</a:t>
            </a:r>
            <a:endParaRPr sz="1200" b="0" i="0" u="none" strike="noStrike" cap="none">
              <a:solidFill>
                <a:srgbClr val="000000"/>
              </a:solidFill>
              <a:latin typeface="Arial"/>
              <a:ea typeface="Arial"/>
              <a:cs typeface="Arial"/>
              <a:sym typeface="Arial"/>
            </a:endParaRPr>
          </a:p>
        </p:txBody>
      </p:sp>
      <p:sp>
        <p:nvSpPr>
          <p:cNvPr id="170" name="Google Shape;170;g3ced5e30a9e_2_61"/>
          <p:cNvSpPr txBox="1"/>
          <p:nvPr/>
        </p:nvSpPr>
        <p:spPr>
          <a:xfrm>
            <a:off x="442356" y="3489401"/>
            <a:ext cx="5414100" cy="923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Limitations/Gaps:</a:t>
            </a:r>
            <a:endParaRPr sz="1200" b="1" i="0" u="none" strike="noStrike" cap="none">
              <a:solidFill>
                <a:srgbClr val="000000"/>
              </a:solidFill>
              <a:latin typeface="Arial"/>
              <a:ea typeface="Arial"/>
              <a:cs typeface="Arial"/>
              <a:sym typeface="Arial"/>
            </a:endParaRPr>
          </a:p>
          <a:p>
            <a:pPr marL="457200" marR="0" lvl="0" indent="-304800" algn="just" rtl="0">
              <a:lnSpc>
                <a:spcPct val="100000"/>
              </a:lnSpc>
              <a:spcBef>
                <a:spcPts val="0"/>
              </a:spcBef>
              <a:spcAft>
                <a:spcPts val="0"/>
              </a:spcAft>
              <a:buClr>
                <a:srgbClr val="000000"/>
              </a:buClr>
              <a:buSzPts val="1200"/>
              <a:buFont typeface="Arial"/>
              <a:buChar char="●"/>
            </a:pPr>
            <a:r>
              <a:rPr lang="en-US" sz="1200" b="0" i="0" u="none" strike="noStrike" cap="none">
                <a:solidFill>
                  <a:srgbClr val="000000"/>
                </a:solidFill>
                <a:latin typeface="Arial"/>
                <a:ea typeface="Arial"/>
                <a:cs typeface="Arial"/>
                <a:sym typeface="Arial"/>
              </a:rPr>
              <a:t>Single-municipality dataset; restricted geographic generalization; potential bias in the dataset; computational difficulty; problems with scalability.</a:t>
            </a:r>
            <a:endParaRPr sz="1200" b="0" i="0" u="none" strike="noStrike" cap="none">
              <a:solidFill>
                <a:srgbClr val="000000"/>
              </a:solidFill>
              <a:latin typeface="Arial"/>
              <a:ea typeface="Arial"/>
              <a:cs typeface="Arial"/>
              <a:sym typeface="Arial"/>
            </a:endParaRPr>
          </a:p>
        </p:txBody>
      </p:sp>
      <p:sp>
        <p:nvSpPr>
          <p:cNvPr id="171" name="Google Shape;171;g3ced5e30a9e_2_61"/>
          <p:cNvSpPr txBox="1"/>
          <p:nvPr/>
        </p:nvSpPr>
        <p:spPr>
          <a:xfrm>
            <a:off x="5763645" y="6035817"/>
            <a:ext cx="24909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Fig. 3:  A comprehensive framework for the assessment of predicting WQIs</a:t>
            </a:r>
            <a:endParaRPr sz="1000" b="0" i="0" u="none" strike="noStrike" cap="none">
              <a:solidFill>
                <a:srgbClr val="000000"/>
              </a:solidFill>
              <a:latin typeface="Arial"/>
              <a:ea typeface="Arial"/>
              <a:cs typeface="Arial"/>
              <a:sym typeface="Arial"/>
            </a:endParaRPr>
          </a:p>
        </p:txBody>
      </p:sp>
      <p:pic>
        <p:nvPicPr>
          <p:cNvPr id="172" name="Google Shape;172;g3ced5e30a9e_2_61"/>
          <p:cNvPicPr preferRelativeResize="0"/>
          <p:nvPr/>
        </p:nvPicPr>
        <p:blipFill rotWithShape="1">
          <a:blip r:embed="rId3">
            <a:alphaModFix/>
          </a:blip>
          <a:srcRect/>
          <a:stretch/>
        </p:blipFill>
        <p:spPr>
          <a:xfrm>
            <a:off x="5960507" y="1711668"/>
            <a:ext cx="2027875" cy="4379625"/>
          </a:xfrm>
          <a:prstGeom prst="rect">
            <a:avLst/>
          </a:prstGeom>
          <a:noFill/>
          <a:ln>
            <a:noFill/>
          </a:ln>
        </p:spPr>
      </p:pic>
      <p:pic>
        <p:nvPicPr>
          <p:cNvPr id="173" name="Google Shape;173;g3ced5e30a9e_2_61"/>
          <p:cNvPicPr preferRelativeResize="0"/>
          <p:nvPr/>
        </p:nvPicPr>
        <p:blipFill rotWithShape="1">
          <a:blip r:embed="rId4">
            <a:alphaModFix/>
          </a:blip>
          <a:srcRect/>
          <a:stretch/>
        </p:blipFill>
        <p:spPr>
          <a:xfrm>
            <a:off x="9918800" y="385675"/>
            <a:ext cx="1686789" cy="498301"/>
          </a:xfrm>
          <a:prstGeom prst="rect">
            <a:avLst/>
          </a:prstGeom>
          <a:noFill/>
          <a:ln>
            <a:noFill/>
          </a:ln>
        </p:spPr>
      </p:pic>
      <p:pic>
        <p:nvPicPr>
          <p:cNvPr id="174" name="Google Shape;174;g3ced5e30a9e_2_61"/>
          <p:cNvPicPr preferRelativeResize="0"/>
          <p:nvPr/>
        </p:nvPicPr>
        <p:blipFill rotWithShape="1">
          <a:blip r:embed="rId5">
            <a:alphaModFix/>
          </a:blip>
          <a:srcRect/>
          <a:stretch/>
        </p:blipFill>
        <p:spPr>
          <a:xfrm>
            <a:off x="8202256" y="3905845"/>
            <a:ext cx="3585574" cy="2406850"/>
          </a:xfrm>
          <a:prstGeom prst="rect">
            <a:avLst/>
          </a:prstGeom>
          <a:noFill/>
          <a:ln>
            <a:noFill/>
          </a:ln>
        </p:spPr>
      </p:pic>
      <p:pic>
        <p:nvPicPr>
          <p:cNvPr id="175" name="Google Shape;175;g3ced5e30a9e_2_61"/>
          <p:cNvPicPr preferRelativeResize="0"/>
          <p:nvPr/>
        </p:nvPicPr>
        <p:blipFill rotWithShape="1">
          <a:blip r:embed="rId6">
            <a:alphaModFix/>
          </a:blip>
          <a:srcRect/>
          <a:stretch/>
        </p:blipFill>
        <p:spPr>
          <a:xfrm>
            <a:off x="8061340" y="1591402"/>
            <a:ext cx="3763326" cy="2191124"/>
          </a:xfrm>
          <a:prstGeom prst="rect">
            <a:avLst/>
          </a:prstGeom>
          <a:noFill/>
          <a:ln>
            <a:noFill/>
          </a:ln>
        </p:spPr>
      </p:pic>
      <p:sp>
        <p:nvSpPr>
          <p:cNvPr id="176" name="Google Shape;176;g3ced5e30a9e_2_61"/>
          <p:cNvSpPr/>
          <p:nvPr/>
        </p:nvSpPr>
        <p:spPr>
          <a:xfrm>
            <a:off x="750425" y="4804775"/>
            <a:ext cx="4815300" cy="1419000"/>
          </a:xfrm>
          <a:prstGeom prst="roundRect">
            <a:avLst>
              <a:gd name="adj" fmla="val 16667"/>
            </a:avLst>
          </a:prstGeom>
          <a:gradFill>
            <a:gsLst>
              <a:gs pos="0">
                <a:srgbClr val="E3E17D"/>
              </a:gs>
              <a:gs pos="100000">
                <a:srgbClr val="AEAC2F"/>
              </a:gs>
            </a:gsLst>
            <a:lin ang="5400012" scaled="0"/>
          </a:gra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Arial"/>
                <a:ea typeface="Arial"/>
                <a:cs typeface="Arial"/>
                <a:sym typeface="Arial"/>
              </a:rPr>
              <a:t>LSTM demonstrated the most significant advantages, achieving superior predictive accuracy and precision across training, testing, and validation datasets, </a:t>
            </a:r>
            <a:endParaRPr sz="1200" b="0" i="0" u="none" strike="noStrike" cap="none">
              <a:solidFill>
                <a:schemeClr val="dk1"/>
              </a:solidFill>
              <a:latin typeface="Arial"/>
              <a:ea typeface="Arial"/>
              <a:cs typeface="Arial"/>
              <a:sym typeface="Arial"/>
            </a:endParaRPr>
          </a:p>
          <a:p>
            <a:pPr marL="457200" marR="0" lvl="0" indent="0" algn="l" rtl="0">
              <a:lnSpc>
                <a:spcPct val="100000"/>
              </a:lnSpc>
              <a:spcBef>
                <a:spcPts val="0"/>
              </a:spcBef>
              <a:spcAft>
                <a:spcPts val="0"/>
              </a:spcAft>
              <a:buClr>
                <a:schemeClr val="dk1"/>
              </a:buClr>
              <a:buSzPts val="1100"/>
              <a:buFont typeface="Arial"/>
              <a:buNone/>
            </a:pPr>
            <a:endParaRPr sz="1200" b="0" i="0" u="none" strike="noStrike" cap="none">
              <a:solidFill>
                <a:schemeClr val="dk1"/>
              </a:solidFill>
              <a:latin typeface="Arial"/>
              <a:ea typeface="Arial"/>
              <a:cs typeface="Arial"/>
              <a:sym typeface="Arial"/>
            </a:endParaRPr>
          </a:p>
          <a:p>
            <a:pPr marL="457200" marR="0" lvl="0" indent="-304800" algn="l" rtl="0">
              <a:lnSpc>
                <a:spcPct val="100000"/>
              </a:lnSpc>
              <a:spcBef>
                <a:spcPts val="0"/>
              </a:spcBef>
              <a:spcAft>
                <a:spcPts val="0"/>
              </a:spcAft>
              <a:buClr>
                <a:schemeClr val="dk1"/>
              </a:buClr>
              <a:buSzPts val="1200"/>
              <a:buFont typeface="Arial"/>
              <a:buChar char="●"/>
            </a:pPr>
            <a:r>
              <a:rPr lang="en-US" sz="1200" b="0" i="0" u="none" strike="noStrike" cap="none">
                <a:solidFill>
                  <a:schemeClr val="dk1"/>
                </a:solidFill>
                <a:latin typeface="Arial"/>
                <a:ea typeface="Arial"/>
                <a:cs typeface="Arial"/>
                <a:sym typeface="Arial"/>
              </a:rPr>
              <a:t>RMSE values of 0.0611, 0.0810, and 0.0754 </a:t>
            </a:r>
            <a:endParaRPr sz="1200" b="0" i="0" u="none" strike="noStrike" cap="none">
              <a:solidFill>
                <a:schemeClr val="dk1"/>
              </a:solidFill>
              <a:latin typeface="Arial"/>
              <a:ea typeface="Arial"/>
              <a:cs typeface="Arial"/>
              <a:sym typeface="Arial"/>
            </a:endParaRPr>
          </a:p>
          <a:p>
            <a:pPr marL="457200" marR="0" lvl="0" indent="-304800" algn="l" rtl="0">
              <a:lnSpc>
                <a:spcPct val="100000"/>
              </a:lnSpc>
              <a:spcBef>
                <a:spcPts val="0"/>
              </a:spcBef>
              <a:spcAft>
                <a:spcPts val="0"/>
              </a:spcAft>
              <a:buClr>
                <a:schemeClr val="dk1"/>
              </a:buClr>
              <a:buSzPts val="1200"/>
              <a:buFont typeface="Arial"/>
              <a:buChar char="●"/>
            </a:pPr>
            <a:r>
              <a:rPr lang="en-US" sz="1200" b="0" i="0" u="none" strike="noStrike" cap="none">
                <a:solidFill>
                  <a:schemeClr val="dk1"/>
                </a:solidFill>
                <a:latin typeface="Arial"/>
                <a:ea typeface="Arial"/>
                <a:cs typeface="Arial"/>
                <a:sym typeface="Arial"/>
              </a:rPr>
              <a:t>R2 values consistently above 0.9964</a:t>
            </a:r>
            <a:endParaRPr sz="1200" b="0" i="0" u="none" strike="noStrike" cap="none">
              <a:solidFill>
                <a:schemeClr val="dk1"/>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g3d5ef1df67e_0_0"/>
          <p:cNvSpPr txBox="1">
            <a:spLocks noGrp="1"/>
          </p:cNvSpPr>
          <p:nvPr>
            <p:ph type="title"/>
          </p:nvPr>
        </p:nvSpPr>
        <p:spPr>
          <a:xfrm>
            <a:off x="572425" y="488000"/>
            <a:ext cx="9425100" cy="8325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1800"/>
              <a:buNone/>
            </a:pPr>
            <a:r>
              <a:rPr lang="en-US" sz="3000" b="1">
                <a:latin typeface="Arial"/>
                <a:ea typeface="Arial"/>
                <a:cs typeface="Arial"/>
                <a:sym typeface="Arial"/>
              </a:rPr>
              <a:t>Similarities Between Existings Methods </a:t>
            </a:r>
            <a:endParaRPr sz="3000">
              <a:latin typeface="Arial"/>
              <a:ea typeface="Arial"/>
              <a:cs typeface="Arial"/>
              <a:sym typeface="Arial"/>
            </a:endParaRPr>
          </a:p>
        </p:txBody>
      </p:sp>
      <p:sp>
        <p:nvSpPr>
          <p:cNvPr id="182" name="Google Shape;182;g3d5ef1df67e_0_0"/>
          <p:cNvSpPr txBox="1">
            <a:spLocks noGrp="1"/>
          </p:cNvSpPr>
          <p:nvPr>
            <p:ph type="body" idx="1"/>
          </p:nvPr>
        </p:nvSpPr>
        <p:spPr>
          <a:xfrm>
            <a:off x="990125" y="1320500"/>
            <a:ext cx="9984300" cy="522480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1400"/>
              </a:spcBef>
              <a:spcAft>
                <a:spcPts val="0"/>
              </a:spcAft>
              <a:buSzPts val="1557"/>
              <a:buNone/>
            </a:pPr>
            <a:r>
              <a:rPr lang="en-US" b="1">
                <a:solidFill>
                  <a:srgbClr val="0000FF"/>
                </a:solidFill>
                <a:latin typeface="Arial"/>
                <a:ea typeface="Arial"/>
                <a:cs typeface="Arial"/>
                <a:sym typeface="Arial"/>
              </a:rPr>
              <a:t>Common Research Focus:</a:t>
            </a:r>
            <a:endParaRPr>
              <a:solidFill>
                <a:srgbClr val="0000FF"/>
              </a:solidFill>
              <a:latin typeface="Arial"/>
              <a:ea typeface="Arial"/>
              <a:cs typeface="Arial"/>
              <a:sym typeface="Arial"/>
            </a:endParaRPr>
          </a:p>
          <a:p>
            <a:pPr marL="457200" lvl="0" indent="-368300" algn="just" rtl="0">
              <a:lnSpc>
                <a:spcPct val="150000"/>
              </a:lnSpc>
              <a:spcBef>
                <a:spcPts val="1400"/>
              </a:spcBef>
              <a:spcAft>
                <a:spcPts val="0"/>
              </a:spcAft>
              <a:buSzPts val="2200"/>
              <a:buChar char="•"/>
            </a:pPr>
            <a:r>
              <a:rPr lang="en-US">
                <a:latin typeface="Arial"/>
                <a:ea typeface="Arial"/>
                <a:cs typeface="Arial"/>
                <a:sym typeface="Arial"/>
              </a:rPr>
              <a:t>Predicting or classifying </a:t>
            </a:r>
            <a:r>
              <a:rPr lang="en-US" b="1">
                <a:latin typeface="Arial"/>
                <a:ea typeface="Arial"/>
                <a:cs typeface="Arial"/>
                <a:sym typeface="Arial"/>
              </a:rPr>
              <a:t>Water Quality Index (WQI)</a:t>
            </a:r>
            <a:r>
              <a:rPr lang="en-US">
                <a:latin typeface="Arial"/>
                <a:ea typeface="Arial"/>
                <a:cs typeface="Arial"/>
                <a:sym typeface="Arial"/>
              </a:rPr>
              <a:t> using ML/DL</a:t>
            </a:r>
            <a:endParaRPr>
              <a:latin typeface="Arial"/>
              <a:ea typeface="Arial"/>
              <a:cs typeface="Arial"/>
              <a:sym typeface="Arial"/>
            </a:endParaRPr>
          </a:p>
          <a:p>
            <a:pPr marL="457200" lvl="0" indent="-368300" algn="just" rtl="0">
              <a:lnSpc>
                <a:spcPct val="150000"/>
              </a:lnSpc>
              <a:spcBef>
                <a:spcPts val="0"/>
              </a:spcBef>
              <a:spcAft>
                <a:spcPts val="0"/>
              </a:spcAft>
              <a:buSzPts val="2200"/>
              <a:buChar char="•"/>
            </a:pPr>
            <a:r>
              <a:rPr lang="en-US">
                <a:latin typeface="Arial"/>
                <a:ea typeface="Arial"/>
                <a:cs typeface="Arial"/>
                <a:sym typeface="Arial"/>
              </a:rPr>
              <a:t>Improving accuracy, robustness, interpretability, and real-world usability</a:t>
            </a:r>
            <a:endParaRPr>
              <a:latin typeface="Arial"/>
              <a:ea typeface="Arial"/>
              <a:cs typeface="Arial"/>
              <a:sym typeface="Arial"/>
            </a:endParaRPr>
          </a:p>
          <a:p>
            <a:pPr marL="137160" lvl="0" indent="0" algn="l" rtl="0">
              <a:lnSpc>
                <a:spcPct val="150000"/>
              </a:lnSpc>
              <a:spcBef>
                <a:spcPts val="1400"/>
              </a:spcBef>
              <a:spcAft>
                <a:spcPts val="0"/>
              </a:spcAft>
              <a:buSzPts val="1557"/>
              <a:buNone/>
            </a:pPr>
            <a:r>
              <a:rPr lang="en-US" b="1">
                <a:solidFill>
                  <a:srgbClr val="0000FF"/>
                </a:solidFill>
                <a:latin typeface="Arial"/>
                <a:ea typeface="Arial"/>
                <a:cs typeface="Arial"/>
                <a:sym typeface="Arial"/>
              </a:rPr>
              <a:t>Most Used Methods:</a:t>
            </a:r>
            <a:endParaRPr>
              <a:solidFill>
                <a:srgbClr val="0000FF"/>
              </a:solidFill>
              <a:latin typeface="Arial"/>
              <a:ea typeface="Arial"/>
              <a:cs typeface="Arial"/>
              <a:sym typeface="Arial"/>
            </a:endParaRPr>
          </a:p>
          <a:p>
            <a:pPr marL="457200" lvl="0" indent="-368300" algn="l" rtl="0">
              <a:lnSpc>
                <a:spcPct val="150000"/>
              </a:lnSpc>
              <a:spcBef>
                <a:spcPts val="1400"/>
              </a:spcBef>
              <a:spcAft>
                <a:spcPts val="0"/>
              </a:spcAft>
              <a:buSzPts val="2200"/>
              <a:buChar char="•"/>
            </a:pPr>
            <a:r>
              <a:rPr lang="en-US" b="1">
                <a:latin typeface="Arial"/>
                <a:ea typeface="Arial"/>
                <a:cs typeface="Arial"/>
                <a:sym typeface="Arial"/>
              </a:rPr>
              <a:t>Tree/Ensemble Models:</a:t>
            </a:r>
            <a:r>
              <a:rPr lang="en-US">
                <a:latin typeface="Arial"/>
                <a:ea typeface="Arial"/>
                <a:cs typeface="Arial"/>
                <a:sym typeface="Arial"/>
              </a:rPr>
              <a:t> RF, XGBoost, LightGBM, GBT</a:t>
            </a:r>
            <a:endParaRPr>
              <a:latin typeface="Arial"/>
              <a:ea typeface="Arial"/>
              <a:cs typeface="Arial"/>
              <a:sym typeface="Arial"/>
            </a:endParaRPr>
          </a:p>
          <a:p>
            <a:pPr marL="457200" lvl="0" indent="-368300" algn="l" rtl="0">
              <a:lnSpc>
                <a:spcPct val="150000"/>
              </a:lnSpc>
              <a:spcBef>
                <a:spcPts val="0"/>
              </a:spcBef>
              <a:spcAft>
                <a:spcPts val="0"/>
              </a:spcAft>
              <a:buSzPts val="2200"/>
              <a:buChar char="•"/>
            </a:pPr>
            <a:r>
              <a:rPr lang="en-US" b="1">
                <a:latin typeface="Arial"/>
                <a:ea typeface="Arial"/>
                <a:cs typeface="Arial"/>
                <a:sym typeface="Arial"/>
              </a:rPr>
              <a:t>Deep Learning:</a:t>
            </a:r>
            <a:r>
              <a:rPr lang="en-US">
                <a:latin typeface="Arial"/>
                <a:ea typeface="Arial"/>
                <a:cs typeface="Arial"/>
                <a:sym typeface="Arial"/>
              </a:rPr>
              <a:t> ANN, LSTM</a:t>
            </a:r>
            <a:endParaRPr>
              <a:latin typeface="Arial"/>
              <a:ea typeface="Arial"/>
              <a:cs typeface="Arial"/>
              <a:sym typeface="Arial"/>
            </a:endParaRPr>
          </a:p>
          <a:p>
            <a:pPr marL="457200" lvl="0" indent="-368300" algn="l" rtl="0">
              <a:lnSpc>
                <a:spcPct val="150000"/>
              </a:lnSpc>
              <a:spcBef>
                <a:spcPts val="0"/>
              </a:spcBef>
              <a:spcAft>
                <a:spcPts val="0"/>
              </a:spcAft>
              <a:buSzPts val="2200"/>
              <a:buChar char="•"/>
            </a:pPr>
            <a:r>
              <a:rPr lang="en-US" b="1">
                <a:latin typeface="Arial"/>
                <a:ea typeface="Arial"/>
                <a:cs typeface="Arial"/>
                <a:sym typeface="Arial"/>
              </a:rPr>
              <a:t>Hybrid / Stacking Models:</a:t>
            </a:r>
            <a:r>
              <a:rPr lang="en-US">
                <a:latin typeface="Arial"/>
                <a:ea typeface="Arial"/>
                <a:cs typeface="Arial"/>
                <a:sym typeface="Arial"/>
              </a:rPr>
              <a:t> ANN + XGBoost, stacked ensembles</a:t>
            </a:r>
            <a:endParaRPr>
              <a:latin typeface="Arial"/>
              <a:ea typeface="Arial"/>
              <a:cs typeface="Arial"/>
              <a:sym typeface="Arial"/>
            </a:endParaRPr>
          </a:p>
          <a:p>
            <a:pPr marL="457200" lvl="0" indent="-368300" algn="l" rtl="0">
              <a:lnSpc>
                <a:spcPct val="150000"/>
              </a:lnSpc>
              <a:spcBef>
                <a:spcPts val="0"/>
              </a:spcBef>
              <a:spcAft>
                <a:spcPts val="0"/>
              </a:spcAft>
              <a:buSzPts val="2200"/>
              <a:buChar char="•"/>
            </a:pPr>
            <a:r>
              <a:rPr lang="en-US" b="1">
                <a:latin typeface="Arial"/>
                <a:ea typeface="Arial"/>
                <a:cs typeface="Arial"/>
                <a:sym typeface="Arial"/>
              </a:rPr>
              <a:t>XAI Methods:</a:t>
            </a:r>
            <a:r>
              <a:rPr lang="en-US">
                <a:latin typeface="Arial"/>
                <a:ea typeface="Arial"/>
                <a:cs typeface="Arial"/>
                <a:sym typeface="Arial"/>
              </a:rPr>
              <a:t> SHAP and LIME used in a few recent studies</a:t>
            </a:r>
            <a:endParaRPr>
              <a:latin typeface="Arial"/>
              <a:ea typeface="Arial"/>
              <a:cs typeface="Arial"/>
              <a:sym typeface="Arial"/>
            </a:endParaRPr>
          </a:p>
        </p:txBody>
      </p:sp>
      <p:sp>
        <p:nvSpPr>
          <p:cNvPr id="183" name="Google Shape;183;g3d5ef1df67e_0_0"/>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pic>
        <p:nvPicPr>
          <p:cNvPr id="184" name="Google Shape;184;g3d5ef1df67e_0_0"/>
          <p:cNvPicPr preferRelativeResize="0"/>
          <p:nvPr/>
        </p:nvPicPr>
        <p:blipFill rotWithShape="1">
          <a:blip r:embed="rId3">
            <a:alphaModFix/>
          </a:blip>
          <a:srcRect/>
          <a:stretch/>
        </p:blipFill>
        <p:spPr>
          <a:xfrm>
            <a:off x="9918800" y="385675"/>
            <a:ext cx="1686789" cy="4983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g3d5ef1df67e_0_7"/>
          <p:cNvSpPr txBox="1">
            <a:spLocks noGrp="1"/>
          </p:cNvSpPr>
          <p:nvPr>
            <p:ph type="title"/>
          </p:nvPr>
        </p:nvSpPr>
        <p:spPr>
          <a:xfrm>
            <a:off x="556000" y="442500"/>
            <a:ext cx="9241200" cy="7530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1800"/>
              <a:buNone/>
            </a:pPr>
            <a:r>
              <a:rPr lang="en-US" sz="3400" b="1"/>
              <a:t>Similarities Between Existing Methods (Cont.)</a:t>
            </a:r>
            <a:endParaRPr sz="3400"/>
          </a:p>
        </p:txBody>
      </p:sp>
      <p:sp>
        <p:nvSpPr>
          <p:cNvPr id="190" name="Google Shape;190;g3d5ef1df67e_0_7"/>
          <p:cNvSpPr txBox="1">
            <a:spLocks noGrp="1"/>
          </p:cNvSpPr>
          <p:nvPr>
            <p:ph type="body" idx="1"/>
          </p:nvPr>
        </p:nvSpPr>
        <p:spPr>
          <a:xfrm>
            <a:off x="776350" y="1343563"/>
            <a:ext cx="10259400" cy="4702800"/>
          </a:xfrm>
          <a:prstGeom prst="rect">
            <a:avLst/>
          </a:prstGeom>
          <a:noFill/>
          <a:ln>
            <a:noFill/>
          </a:ln>
        </p:spPr>
        <p:txBody>
          <a:bodyPr spcFirstLastPara="1" wrap="square" lIns="91425" tIns="45700" rIns="91425" bIns="45700" anchor="t" anchorCtr="0">
            <a:noAutofit/>
          </a:bodyPr>
          <a:lstStyle/>
          <a:p>
            <a:pPr marL="137160" lvl="0" indent="0" algn="l" rtl="0">
              <a:lnSpc>
                <a:spcPct val="90000"/>
              </a:lnSpc>
              <a:spcBef>
                <a:spcPts val="1400"/>
              </a:spcBef>
              <a:spcAft>
                <a:spcPts val="0"/>
              </a:spcAft>
              <a:buSzPts val="1557"/>
              <a:buNone/>
            </a:pPr>
            <a:r>
              <a:rPr lang="en-US" b="1">
                <a:solidFill>
                  <a:srgbClr val="0000FF"/>
                </a:solidFill>
                <a:latin typeface="Arial"/>
                <a:ea typeface="Arial"/>
                <a:cs typeface="Arial"/>
                <a:sym typeface="Arial"/>
              </a:rPr>
              <a:t>Dataset Patterns:</a:t>
            </a:r>
            <a:endParaRPr>
              <a:solidFill>
                <a:srgbClr val="0000FF"/>
              </a:solidFill>
              <a:latin typeface="Arial"/>
              <a:ea typeface="Arial"/>
              <a:cs typeface="Arial"/>
              <a:sym typeface="Arial"/>
            </a:endParaRPr>
          </a:p>
          <a:p>
            <a:pPr marL="457200" lvl="0" indent="-368300" algn="l" rtl="0">
              <a:lnSpc>
                <a:spcPct val="90000"/>
              </a:lnSpc>
              <a:spcBef>
                <a:spcPts val="1400"/>
              </a:spcBef>
              <a:spcAft>
                <a:spcPts val="0"/>
              </a:spcAft>
              <a:buSzPts val="2200"/>
              <a:buChar char="•"/>
            </a:pPr>
            <a:r>
              <a:rPr lang="en-US">
                <a:latin typeface="Arial"/>
                <a:ea typeface="Arial"/>
                <a:cs typeface="Arial"/>
                <a:sym typeface="Arial"/>
              </a:rPr>
              <a:t>Mostly </a:t>
            </a:r>
            <a:r>
              <a:rPr lang="en-US" b="1">
                <a:latin typeface="Arial"/>
                <a:ea typeface="Arial"/>
                <a:cs typeface="Arial"/>
                <a:sym typeface="Arial"/>
              </a:rPr>
              <a:t>region-specific datasets</a:t>
            </a:r>
            <a:r>
              <a:rPr lang="en-US">
                <a:latin typeface="Arial"/>
                <a:ea typeface="Arial"/>
                <a:cs typeface="Arial"/>
                <a:sym typeface="Arial"/>
              </a:rPr>
              <a:t> (USA, India, Ireland, China, UK)</a:t>
            </a:r>
            <a:endParaRPr>
              <a:latin typeface="Arial"/>
              <a:ea typeface="Arial"/>
              <a:cs typeface="Arial"/>
              <a:sym typeface="Arial"/>
            </a:endParaRPr>
          </a:p>
          <a:p>
            <a:pPr marL="457200" lvl="0" indent="-368300" algn="l" rtl="0">
              <a:lnSpc>
                <a:spcPct val="90000"/>
              </a:lnSpc>
              <a:spcBef>
                <a:spcPts val="1400"/>
              </a:spcBef>
              <a:spcAft>
                <a:spcPts val="0"/>
              </a:spcAft>
              <a:buSzPts val="2200"/>
              <a:buChar char="•"/>
            </a:pPr>
            <a:r>
              <a:rPr lang="en-US">
                <a:latin typeface="Arial"/>
                <a:ea typeface="Arial"/>
                <a:cs typeface="Arial"/>
                <a:sym typeface="Arial"/>
              </a:rPr>
              <a:t>Common inputs: </a:t>
            </a:r>
            <a:r>
              <a:rPr lang="en-US" b="1">
                <a:latin typeface="Arial"/>
                <a:ea typeface="Arial"/>
                <a:cs typeface="Arial"/>
                <a:sym typeface="Arial"/>
              </a:rPr>
              <a:t>pH, DO, BOD, COD, EC, TDS, turbidity, nutrients</a:t>
            </a:r>
            <a:endParaRPr>
              <a:latin typeface="Arial"/>
              <a:ea typeface="Arial"/>
              <a:cs typeface="Arial"/>
              <a:sym typeface="Arial"/>
            </a:endParaRPr>
          </a:p>
          <a:p>
            <a:pPr marL="457200" lvl="0" indent="-368300" algn="l" rtl="0">
              <a:lnSpc>
                <a:spcPct val="90000"/>
              </a:lnSpc>
              <a:spcBef>
                <a:spcPts val="1400"/>
              </a:spcBef>
              <a:spcAft>
                <a:spcPts val="0"/>
              </a:spcAft>
              <a:buSzPts val="2200"/>
              <a:buChar char="•"/>
            </a:pPr>
            <a:r>
              <a:rPr lang="en-US">
                <a:latin typeface="Arial"/>
                <a:ea typeface="Arial"/>
                <a:cs typeface="Arial"/>
                <a:sym typeface="Arial"/>
              </a:rPr>
              <a:t>Many studies used </a:t>
            </a:r>
            <a:r>
              <a:rPr lang="en-US" b="1">
                <a:latin typeface="Arial"/>
                <a:ea typeface="Arial"/>
                <a:cs typeface="Arial"/>
                <a:sym typeface="Arial"/>
              </a:rPr>
              <a:t>small- or moderate-sized datasets</a:t>
            </a:r>
            <a:endParaRPr b="1">
              <a:latin typeface="Arial"/>
              <a:ea typeface="Arial"/>
              <a:cs typeface="Arial"/>
              <a:sym typeface="Arial"/>
            </a:endParaRPr>
          </a:p>
          <a:p>
            <a:pPr marL="457200" lvl="0" indent="0" algn="l" rtl="0">
              <a:lnSpc>
                <a:spcPct val="90000"/>
              </a:lnSpc>
              <a:spcBef>
                <a:spcPts val="1400"/>
              </a:spcBef>
              <a:spcAft>
                <a:spcPts val="0"/>
              </a:spcAft>
              <a:buSzPts val="1440"/>
              <a:buNone/>
            </a:pPr>
            <a:endParaRPr b="1">
              <a:latin typeface="Arial"/>
              <a:ea typeface="Arial"/>
              <a:cs typeface="Arial"/>
              <a:sym typeface="Arial"/>
            </a:endParaRPr>
          </a:p>
          <a:p>
            <a:pPr marL="137160" lvl="0" indent="0" algn="l" rtl="0">
              <a:lnSpc>
                <a:spcPct val="90000"/>
              </a:lnSpc>
              <a:spcBef>
                <a:spcPts val="1400"/>
              </a:spcBef>
              <a:spcAft>
                <a:spcPts val="0"/>
              </a:spcAft>
              <a:buSzPts val="1557"/>
              <a:buNone/>
            </a:pPr>
            <a:r>
              <a:rPr lang="en-US" b="1">
                <a:solidFill>
                  <a:srgbClr val="0000FF"/>
                </a:solidFill>
                <a:latin typeface="Arial"/>
                <a:ea typeface="Arial"/>
                <a:cs typeface="Arial"/>
                <a:sym typeface="Arial"/>
              </a:rPr>
              <a:t>Key Findings Across Papers:</a:t>
            </a:r>
            <a:endParaRPr>
              <a:solidFill>
                <a:srgbClr val="0000FF"/>
              </a:solidFill>
              <a:latin typeface="Arial"/>
              <a:ea typeface="Arial"/>
              <a:cs typeface="Arial"/>
              <a:sym typeface="Arial"/>
            </a:endParaRPr>
          </a:p>
          <a:p>
            <a:pPr marL="457200" lvl="0" indent="-368300" algn="l" rtl="0">
              <a:lnSpc>
                <a:spcPct val="90000"/>
              </a:lnSpc>
              <a:spcBef>
                <a:spcPts val="1400"/>
              </a:spcBef>
              <a:spcAft>
                <a:spcPts val="0"/>
              </a:spcAft>
              <a:buSzPts val="2200"/>
              <a:buChar char="•"/>
            </a:pPr>
            <a:r>
              <a:rPr lang="en-US" b="1">
                <a:latin typeface="Arial"/>
                <a:ea typeface="Arial"/>
                <a:cs typeface="Arial"/>
                <a:sym typeface="Arial"/>
              </a:rPr>
              <a:t>Ensemble and hybrid models</a:t>
            </a:r>
            <a:r>
              <a:rPr lang="en-US">
                <a:latin typeface="Arial"/>
                <a:ea typeface="Arial"/>
                <a:cs typeface="Arial"/>
                <a:sym typeface="Arial"/>
              </a:rPr>
              <a:t> usually achieved the best performance</a:t>
            </a:r>
            <a:endParaRPr>
              <a:latin typeface="Arial"/>
              <a:ea typeface="Arial"/>
              <a:cs typeface="Arial"/>
              <a:sym typeface="Arial"/>
            </a:endParaRPr>
          </a:p>
          <a:p>
            <a:pPr marL="457200" lvl="0" indent="-368300" algn="l" rtl="0">
              <a:lnSpc>
                <a:spcPct val="90000"/>
              </a:lnSpc>
              <a:spcBef>
                <a:spcPts val="1400"/>
              </a:spcBef>
              <a:spcAft>
                <a:spcPts val="0"/>
              </a:spcAft>
              <a:buSzPts val="2200"/>
              <a:buChar char="•"/>
            </a:pPr>
            <a:r>
              <a:rPr lang="en-US" b="1">
                <a:latin typeface="Arial"/>
                <a:ea typeface="Arial"/>
                <a:cs typeface="Arial"/>
                <a:sym typeface="Arial"/>
              </a:rPr>
              <a:t>LSTM / deep learning</a:t>
            </a:r>
            <a:r>
              <a:rPr lang="en-US">
                <a:latin typeface="Arial"/>
                <a:ea typeface="Arial"/>
                <a:cs typeface="Arial"/>
                <a:sym typeface="Arial"/>
              </a:rPr>
              <a:t> performed well when temporal patterns existed</a:t>
            </a:r>
            <a:endParaRPr>
              <a:latin typeface="Arial"/>
              <a:ea typeface="Arial"/>
              <a:cs typeface="Arial"/>
              <a:sym typeface="Arial"/>
            </a:endParaRPr>
          </a:p>
          <a:p>
            <a:pPr marL="457200" lvl="0" indent="-368300" algn="l" rtl="0">
              <a:lnSpc>
                <a:spcPct val="90000"/>
              </a:lnSpc>
              <a:spcBef>
                <a:spcPts val="1400"/>
              </a:spcBef>
              <a:spcAft>
                <a:spcPts val="0"/>
              </a:spcAft>
              <a:buSzPts val="2200"/>
              <a:buChar char="•"/>
            </a:pPr>
            <a:r>
              <a:rPr lang="en-US" b="1">
                <a:latin typeface="Arial"/>
                <a:ea typeface="Arial"/>
                <a:cs typeface="Arial"/>
                <a:sym typeface="Arial"/>
              </a:rPr>
              <a:t>XGBoost / RF / LightGBM</a:t>
            </a:r>
            <a:r>
              <a:rPr lang="en-US">
                <a:latin typeface="Arial"/>
                <a:ea typeface="Arial"/>
                <a:cs typeface="Arial"/>
                <a:sym typeface="Arial"/>
              </a:rPr>
              <a:t> were among the strongest traditional ML models</a:t>
            </a:r>
            <a:endParaRPr>
              <a:latin typeface="Arial"/>
              <a:ea typeface="Arial"/>
              <a:cs typeface="Arial"/>
              <a:sym typeface="Arial"/>
            </a:endParaRPr>
          </a:p>
          <a:p>
            <a:pPr marL="457200" lvl="0" indent="-368300" algn="l" rtl="0">
              <a:lnSpc>
                <a:spcPct val="90000"/>
              </a:lnSpc>
              <a:spcBef>
                <a:spcPts val="1400"/>
              </a:spcBef>
              <a:spcAft>
                <a:spcPts val="0"/>
              </a:spcAft>
              <a:buSzPts val="2200"/>
              <a:buChar char="•"/>
            </a:pPr>
            <a:r>
              <a:rPr lang="en-US">
                <a:latin typeface="Arial"/>
                <a:ea typeface="Arial"/>
                <a:cs typeface="Arial"/>
                <a:sym typeface="Arial"/>
              </a:rPr>
              <a:t>SHAP improved </a:t>
            </a:r>
            <a:r>
              <a:rPr lang="en-US" b="1">
                <a:latin typeface="Arial"/>
                <a:ea typeface="Arial"/>
                <a:cs typeface="Arial"/>
                <a:sym typeface="Arial"/>
              </a:rPr>
              <a:t>interpretability</a:t>
            </a:r>
            <a:r>
              <a:rPr lang="en-US">
                <a:latin typeface="Arial"/>
                <a:ea typeface="Arial"/>
                <a:cs typeface="Arial"/>
                <a:sym typeface="Arial"/>
              </a:rPr>
              <a:t> and feature importance analysis</a:t>
            </a:r>
            <a:endParaRPr>
              <a:latin typeface="Arial"/>
              <a:ea typeface="Arial"/>
              <a:cs typeface="Arial"/>
              <a:sym typeface="Arial"/>
            </a:endParaRPr>
          </a:p>
        </p:txBody>
      </p:sp>
      <p:sp>
        <p:nvSpPr>
          <p:cNvPr id="191" name="Google Shape;191;g3d5ef1df67e_0_7"/>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pic>
        <p:nvPicPr>
          <p:cNvPr id="192" name="Google Shape;192;g3d5ef1df67e_0_7"/>
          <p:cNvPicPr preferRelativeResize="0"/>
          <p:nvPr/>
        </p:nvPicPr>
        <p:blipFill rotWithShape="1">
          <a:blip r:embed="rId3">
            <a:alphaModFix/>
          </a:blip>
          <a:srcRect/>
          <a:stretch/>
        </p:blipFill>
        <p:spPr>
          <a:xfrm>
            <a:off x="9918800" y="385675"/>
            <a:ext cx="1686789" cy="4983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g3d5ef1df67e_0_14"/>
          <p:cNvSpPr txBox="1">
            <a:spLocks noGrp="1"/>
          </p:cNvSpPr>
          <p:nvPr>
            <p:ph type="title"/>
          </p:nvPr>
        </p:nvSpPr>
        <p:spPr>
          <a:xfrm>
            <a:off x="518237" y="655408"/>
            <a:ext cx="9875400" cy="8448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1800"/>
              <a:buNone/>
            </a:pPr>
            <a:r>
              <a:rPr lang="en-US" sz="3400" b="1"/>
              <a:t>Major Strengths of the Existing Study</a:t>
            </a:r>
            <a:endParaRPr sz="3400"/>
          </a:p>
        </p:txBody>
      </p:sp>
      <p:sp>
        <p:nvSpPr>
          <p:cNvPr id="198" name="Google Shape;198;g3d5ef1df67e_0_14"/>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pic>
        <p:nvPicPr>
          <p:cNvPr id="199" name="Google Shape;199;g3d5ef1df67e_0_14"/>
          <p:cNvPicPr preferRelativeResize="0"/>
          <p:nvPr/>
        </p:nvPicPr>
        <p:blipFill rotWithShape="1">
          <a:blip r:embed="rId3">
            <a:alphaModFix/>
          </a:blip>
          <a:srcRect/>
          <a:stretch/>
        </p:blipFill>
        <p:spPr>
          <a:xfrm>
            <a:off x="9918800" y="385675"/>
            <a:ext cx="1686789" cy="498301"/>
          </a:xfrm>
          <a:prstGeom prst="rect">
            <a:avLst/>
          </a:prstGeom>
          <a:noFill/>
          <a:ln>
            <a:noFill/>
          </a:ln>
        </p:spPr>
      </p:pic>
      <p:sp>
        <p:nvSpPr>
          <p:cNvPr id="200" name="Google Shape;200;g3d5ef1df67e_0_14"/>
          <p:cNvSpPr/>
          <p:nvPr/>
        </p:nvSpPr>
        <p:spPr>
          <a:xfrm>
            <a:off x="1323650" y="2261675"/>
            <a:ext cx="4189800" cy="1002000"/>
          </a:xfrm>
          <a:prstGeom prst="roundRect">
            <a:avLst>
              <a:gd name="adj" fmla="val 16667"/>
            </a:avLst>
          </a:prstGeom>
          <a:gradFill>
            <a:gsLst>
              <a:gs pos="0">
                <a:srgbClr val="E3E17D"/>
              </a:gs>
              <a:gs pos="100000">
                <a:srgbClr val="AEAC2F"/>
              </a:gs>
            </a:gsLst>
            <a:lin ang="5400012" scaled="0"/>
          </a:gradFill>
          <a:ln w="9525" cap="flat" cmpd="sng">
            <a:solidFill>
              <a:schemeClr val="accent5"/>
            </a:solidFill>
            <a:prstDash val="solid"/>
            <a:round/>
            <a:headEnd type="none" w="sm" len="sm"/>
            <a:tailEnd type="none" w="sm" len="sm"/>
          </a:ln>
        </p:spPr>
        <p:txBody>
          <a:bodyPr spcFirstLastPara="1" wrap="square" lIns="91425" tIns="91425" rIns="91425" bIns="91425" anchor="b" anchorCtr="0">
            <a:noAutofit/>
          </a:bodyPr>
          <a:lstStyle/>
          <a:p>
            <a:pPr marL="0" marR="0" lvl="0" indent="0" algn="ctr" rtl="0">
              <a:lnSpc>
                <a:spcPct val="115000"/>
              </a:lnSpc>
              <a:spcBef>
                <a:spcPts val="1400"/>
              </a:spcBef>
              <a:spcAft>
                <a:spcPts val="0"/>
              </a:spcAft>
              <a:buClr>
                <a:srgbClr val="000000"/>
              </a:buClr>
              <a:buSzPts val="2400"/>
              <a:buFont typeface="Arial"/>
              <a:buNone/>
            </a:pPr>
            <a:r>
              <a:rPr lang="en-US" sz="2400" b="1" i="0" u="none" strike="noStrike" cap="none">
                <a:solidFill>
                  <a:schemeClr val="dk1"/>
                </a:solidFill>
                <a:latin typeface="Arial"/>
                <a:ea typeface="Arial"/>
                <a:cs typeface="Arial"/>
                <a:sym typeface="Arial"/>
              </a:rPr>
              <a:t>Strong Comparative Modeling</a:t>
            </a:r>
            <a:endParaRPr sz="1400" b="1" i="0" u="none" strike="noStrike" cap="none">
              <a:solidFill>
                <a:srgbClr val="000000"/>
              </a:solidFill>
              <a:latin typeface="Arial"/>
              <a:ea typeface="Arial"/>
              <a:cs typeface="Arial"/>
              <a:sym typeface="Arial"/>
            </a:endParaRPr>
          </a:p>
        </p:txBody>
      </p:sp>
      <p:sp>
        <p:nvSpPr>
          <p:cNvPr id="201" name="Google Shape;201;g3d5ef1df67e_0_14"/>
          <p:cNvSpPr/>
          <p:nvPr/>
        </p:nvSpPr>
        <p:spPr>
          <a:xfrm>
            <a:off x="6043200" y="3959150"/>
            <a:ext cx="4189800" cy="1002000"/>
          </a:xfrm>
          <a:prstGeom prst="roundRect">
            <a:avLst>
              <a:gd name="adj" fmla="val 16667"/>
            </a:avLst>
          </a:prstGeom>
          <a:gradFill>
            <a:gsLst>
              <a:gs pos="0">
                <a:srgbClr val="D4E5F5"/>
              </a:gs>
              <a:gs pos="100000">
                <a:srgbClr val="70A4D5"/>
              </a:gs>
            </a:gsLst>
            <a:lin ang="5400012" scaled="0"/>
          </a:gradFill>
          <a:ln w="9525" cap="flat" cmpd="sng">
            <a:solidFill>
              <a:schemeClr val="accent5"/>
            </a:solidFill>
            <a:prstDash val="solid"/>
            <a:round/>
            <a:headEnd type="none" w="sm" len="sm"/>
            <a:tailEnd type="none" w="sm" len="sm"/>
          </a:ln>
        </p:spPr>
        <p:txBody>
          <a:bodyPr spcFirstLastPara="1" wrap="square" lIns="91425" tIns="91425" rIns="91425" bIns="91425" anchor="b" anchorCtr="0">
            <a:noAutofit/>
          </a:bodyPr>
          <a:lstStyle/>
          <a:p>
            <a:pPr marL="0" marR="0" lvl="0" indent="0" algn="ctr" rtl="0">
              <a:lnSpc>
                <a:spcPct val="115000"/>
              </a:lnSpc>
              <a:spcBef>
                <a:spcPts val="1400"/>
              </a:spcBef>
              <a:spcAft>
                <a:spcPts val="0"/>
              </a:spcAft>
              <a:buClr>
                <a:srgbClr val="000000"/>
              </a:buClr>
              <a:buSzPts val="2400"/>
              <a:buFont typeface="Arial"/>
              <a:buNone/>
            </a:pPr>
            <a:r>
              <a:rPr lang="en-US" sz="2400" b="1" i="0" u="none" strike="noStrike" cap="none">
                <a:solidFill>
                  <a:schemeClr val="dk1"/>
                </a:solidFill>
                <a:latin typeface="Arial"/>
                <a:ea typeface="Arial"/>
                <a:cs typeface="Arial"/>
                <a:sym typeface="Arial"/>
              </a:rPr>
              <a:t>Some Integration of XAI and Multi-task Learning</a:t>
            </a:r>
            <a:endParaRPr sz="1400" b="1" i="0" u="none" strike="noStrike" cap="none">
              <a:solidFill>
                <a:srgbClr val="000000"/>
              </a:solidFill>
              <a:latin typeface="Arial"/>
              <a:ea typeface="Arial"/>
              <a:cs typeface="Arial"/>
              <a:sym typeface="Arial"/>
            </a:endParaRPr>
          </a:p>
        </p:txBody>
      </p:sp>
      <p:sp>
        <p:nvSpPr>
          <p:cNvPr id="202" name="Google Shape;202;g3d5ef1df67e_0_14"/>
          <p:cNvSpPr/>
          <p:nvPr/>
        </p:nvSpPr>
        <p:spPr>
          <a:xfrm>
            <a:off x="6043200" y="2261675"/>
            <a:ext cx="4189800" cy="958800"/>
          </a:xfrm>
          <a:prstGeom prst="roundRect">
            <a:avLst>
              <a:gd name="adj" fmla="val 16667"/>
            </a:avLst>
          </a:prstGeom>
          <a:gradFill>
            <a:gsLst>
              <a:gs pos="0">
                <a:srgbClr val="FFB741"/>
              </a:gs>
              <a:gs pos="100000">
                <a:srgbClr val="B77407"/>
              </a:gs>
            </a:gsLst>
            <a:lin ang="5400012" scaled="0"/>
          </a:gra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15000"/>
              </a:lnSpc>
              <a:spcBef>
                <a:spcPts val="1400"/>
              </a:spcBef>
              <a:spcAft>
                <a:spcPts val="0"/>
              </a:spcAft>
              <a:buClr>
                <a:srgbClr val="000000"/>
              </a:buClr>
              <a:buSzPts val="2400"/>
              <a:buFont typeface="Arial"/>
              <a:buNone/>
            </a:pPr>
            <a:r>
              <a:rPr lang="en-US" sz="2400" b="1" i="0" u="none" strike="noStrike" cap="none">
                <a:solidFill>
                  <a:schemeClr val="dk1"/>
                </a:solidFill>
                <a:latin typeface="Arial"/>
                <a:ea typeface="Arial"/>
                <a:cs typeface="Arial"/>
                <a:sym typeface="Arial"/>
              </a:rPr>
              <a:t>Good Predictive Accuracy</a:t>
            </a:r>
            <a:endParaRPr sz="1400" b="1" i="0" u="none" strike="noStrike" cap="none">
              <a:solidFill>
                <a:srgbClr val="000000"/>
              </a:solidFill>
              <a:latin typeface="Arial"/>
              <a:ea typeface="Arial"/>
              <a:cs typeface="Arial"/>
              <a:sym typeface="Arial"/>
            </a:endParaRPr>
          </a:p>
        </p:txBody>
      </p:sp>
      <p:sp>
        <p:nvSpPr>
          <p:cNvPr id="203" name="Google Shape;203;g3d5ef1df67e_0_14"/>
          <p:cNvSpPr/>
          <p:nvPr/>
        </p:nvSpPr>
        <p:spPr>
          <a:xfrm>
            <a:off x="1374375" y="3959150"/>
            <a:ext cx="4189800" cy="1002000"/>
          </a:xfrm>
          <a:prstGeom prst="roundRect">
            <a:avLst>
              <a:gd name="adj" fmla="val 16667"/>
            </a:avLst>
          </a:prstGeom>
          <a:gradFill>
            <a:gsLst>
              <a:gs pos="0">
                <a:srgbClr val="DCECD5"/>
              </a:gs>
              <a:gs pos="100000">
                <a:srgbClr val="92BC81"/>
              </a:gs>
            </a:gsLst>
            <a:lin ang="5400012" scaled="0"/>
          </a:gradFill>
          <a:ln w="9525" cap="flat" cmpd="sng">
            <a:solidFill>
              <a:schemeClr val="accent5"/>
            </a:solidFill>
            <a:prstDash val="solid"/>
            <a:round/>
            <a:headEnd type="none" w="sm" len="sm"/>
            <a:tailEnd type="none" w="sm" len="sm"/>
          </a:ln>
        </p:spPr>
        <p:txBody>
          <a:bodyPr spcFirstLastPara="1" wrap="square" lIns="91425" tIns="91425" rIns="91425" bIns="91425" anchor="b" anchorCtr="0">
            <a:noAutofit/>
          </a:bodyPr>
          <a:lstStyle/>
          <a:p>
            <a:pPr marL="0" marR="0" lvl="0" indent="0" algn="ctr" rtl="0">
              <a:lnSpc>
                <a:spcPct val="115000"/>
              </a:lnSpc>
              <a:spcBef>
                <a:spcPts val="1400"/>
              </a:spcBef>
              <a:spcAft>
                <a:spcPts val="0"/>
              </a:spcAft>
              <a:buClr>
                <a:srgbClr val="000000"/>
              </a:buClr>
              <a:buSzPts val="2400"/>
              <a:buFont typeface="Arial"/>
              <a:buNone/>
            </a:pPr>
            <a:r>
              <a:rPr lang="en-US" sz="2400" b="1" i="0" u="none" strike="noStrike" cap="none">
                <a:solidFill>
                  <a:schemeClr val="dk1"/>
                </a:solidFill>
                <a:latin typeface="Arial"/>
                <a:ea typeface="Arial"/>
                <a:cs typeface="Arial"/>
                <a:sym typeface="Arial"/>
              </a:rPr>
              <a:t>Practical Environmental Applications</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g3d5ef1df67e_0_24"/>
          <p:cNvSpPr txBox="1">
            <a:spLocks noGrp="1"/>
          </p:cNvSpPr>
          <p:nvPr>
            <p:ph type="title"/>
          </p:nvPr>
        </p:nvSpPr>
        <p:spPr>
          <a:xfrm>
            <a:off x="1118300" y="608100"/>
            <a:ext cx="8653800" cy="8214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1800"/>
              <a:buNone/>
            </a:pPr>
            <a:r>
              <a:rPr lang="en-US" sz="3400" b="1"/>
              <a:t>Major Gaps Between Existing Methods</a:t>
            </a:r>
            <a:endParaRPr sz="3400"/>
          </a:p>
        </p:txBody>
      </p:sp>
      <p:sp>
        <p:nvSpPr>
          <p:cNvPr id="209" name="Google Shape;209;g3d5ef1df67e_0_24"/>
          <p:cNvSpPr txBox="1">
            <a:spLocks noGrp="1"/>
          </p:cNvSpPr>
          <p:nvPr>
            <p:ph type="body" idx="1"/>
          </p:nvPr>
        </p:nvSpPr>
        <p:spPr>
          <a:xfrm>
            <a:off x="1118300" y="1744200"/>
            <a:ext cx="10596000" cy="3369600"/>
          </a:xfrm>
          <a:prstGeom prst="rect">
            <a:avLst/>
          </a:prstGeom>
          <a:noFill/>
          <a:ln>
            <a:noFill/>
          </a:ln>
        </p:spPr>
        <p:txBody>
          <a:bodyPr spcFirstLastPara="1" wrap="square" lIns="91425" tIns="45700" rIns="91425" bIns="45700" anchor="t" anchorCtr="0">
            <a:normAutofit fontScale="85000" lnSpcReduction="10000"/>
          </a:bodyPr>
          <a:lstStyle/>
          <a:p>
            <a:pPr marL="457200" lvl="0" indent="-358140" algn="l" rtl="0">
              <a:lnSpc>
                <a:spcPct val="90000"/>
              </a:lnSpc>
              <a:spcBef>
                <a:spcPts val="1400"/>
              </a:spcBef>
              <a:spcAft>
                <a:spcPts val="0"/>
              </a:spcAft>
              <a:buSzPct val="100000"/>
              <a:buFont typeface="Arial"/>
              <a:buChar char="➔"/>
            </a:pPr>
            <a:r>
              <a:rPr lang="en-US" sz="2400">
                <a:latin typeface="Arial"/>
                <a:ea typeface="Arial"/>
                <a:cs typeface="Arial"/>
                <a:sym typeface="Arial"/>
              </a:rPr>
              <a:t>Limited generalization due to regional datasets</a:t>
            </a:r>
            <a:endParaRPr sz="2400">
              <a:latin typeface="Arial"/>
              <a:ea typeface="Arial"/>
              <a:cs typeface="Arial"/>
              <a:sym typeface="Arial"/>
            </a:endParaRPr>
          </a:p>
          <a:p>
            <a:pPr marL="457200" lvl="0" indent="-358140" algn="l" rtl="0">
              <a:lnSpc>
                <a:spcPct val="90000"/>
              </a:lnSpc>
              <a:spcBef>
                <a:spcPts val="1400"/>
              </a:spcBef>
              <a:spcAft>
                <a:spcPts val="0"/>
              </a:spcAft>
              <a:buSzPct val="100000"/>
              <a:buFont typeface="Arial"/>
              <a:buChar char="➔"/>
            </a:pPr>
            <a:r>
              <a:rPr lang="en-US" sz="2400">
                <a:latin typeface="Arial"/>
                <a:ea typeface="Arial"/>
                <a:cs typeface="Arial"/>
                <a:sym typeface="Arial"/>
              </a:rPr>
              <a:t>Small data size in many studies</a:t>
            </a:r>
            <a:endParaRPr sz="2400">
              <a:latin typeface="Arial"/>
              <a:ea typeface="Arial"/>
              <a:cs typeface="Arial"/>
              <a:sym typeface="Arial"/>
            </a:endParaRPr>
          </a:p>
          <a:p>
            <a:pPr marL="457200" lvl="0" indent="-358140" algn="l" rtl="0">
              <a:lnSpc>
                <a:spcPct val="90000"/>
              </a:lnSpc>
              <a:spcBef>
                <a:spcPts val="1400"/>
              </a:spcBef>
              <a:spcAft>
                <a:spcPts val="0"/>
              </a:spcAft>
              <a:buSzPct val="100000"/>
              <a:buFont typeface="Arial"/>
              <a:buChar char="➔"/>
            </a:pPr>
            <a:r>
              <a:rPr lang="en-US" sz="2400">
                <a:latin typeface="Arial"/>
                <a:ea typeface="Arial"/>
                <a:cs typeface="Arial"/>
                <a:sym typeface="Arial"/>
              </a:rPr>
              <a:t>Lack of universal/adaptive WQI framework</a:t>
            </a:r>
            <a:endParaRPr sz="2400">
              <a:latin typeface="Arial"/>
              <a:ea typeface="Arial"/>
              <a:cs typeface="Arial"/>
              <a:sym typeface="Arial"/>
            </a:endParaRPr>
          </a:p>
          <a:p>
            <a:pPr marL="457200" lvl="0" indent="-358140" algn="l" rtl="0">
              <a:lnSpc>
                <a:spcPct val="90000"/>
              </a:lnSpc>
              <a:spcBef>
                <a:spcPts val="1400"/>
              </a:spcBef>
              <a:spcAft>
                <a:spcPts val="0"/>
              </a:spcAft>
              <a:buSzPct val="100000"/>
              <a:buFont typeface="Arial"/>
              <a:buChar char="➔"/>
            </a:pPr>
            <a:r>
              <a:rPr lang="en-US" sz="2400">
                <a:latin typeface="Arial"/>
                <a:ea typeface="Arial"/>
                <a:cs typeface="Arial"/>
                <a:sym typeface="Arial"/>
              </a:rPr>
              <a:t>Majorities focus on predictive accuracy rather than appropriate feature identification.</a:t>
            </a:r>
            <a:endParaRPr sz="2400">
              <a:latin typeface="Arial"/>
              <a:ea typeface="Arial"/>
              <a:cs typeface="Arial"/>
              <a:sym typeface="Arial"/>
            </a:endParaRPr>
          </a:p>
          <a:p>
            <a:pPr marL="457200" lvl="0" indent="-358140" algn="l" rtl="0">
              <a:lnSpc>
                <a:spcPct val="90000"/>
              </a:lnSpc>
              <a:spcBef>
                <a:spcPts val="1400"/>
              </a:spcBef>
              <a:spcAft>
                <a:spcPts val="0"/>
              </a:spcAft>
              <a:buSzPct val="100000"/>
              <a:buFont typeface="Arial"/>
              <a:buChar char="➔"/>
            </a:pPr>
            <a:r>
              <a:rPr lang="en-US" sz="2400">
                <a:latin typeface="Arial"/>
                <a:ea typeface="Arial"/>
                <a:cs typeface="Arial"/>
                <a:sym typeface="Arial"/>
              </a:rPr>
              <a:t>Few studies combine classification and/or regression and explainability.</a:t>
            </a:r>
            <a:endParaRPr sz="2400">
              <a:latin typeface="Arial"/>
              <a:ea typeface="Arial"/>
              <a:cs typeface="Arial"/>
              <a:sym typeface="Arial"/>
            </a:endParaRPr>
          </a:p>
          <a:p>
            <a:pPr marL="137160" lvl="0" indent="0" algn="l" rtl="0">
              <a:lnSpc>
                <a:spcPct val="90000"/>
              </a:lnSpc>
              <a:spcBef>
                <a:spcPts val="1400"/>
              </a:spcBef>
              <a:spcAft>
                <a:spcPts val="0"/>
              </a:spcAft>
              <a:buSzPct val="59999"/>
              <a:buNone/>
            </a:pPr>
            <a:endParaRPr sz="2400" b="1"/>
          </a:p>
          <a:p>
            <a:pPr marL="137160" lvl="0" indent="0" algn="l" rtl="0">
              <a:lnSpc>
                <a:spcPct val="90000"/>
              </a:lnSpc>
              <a:spcBef>
                <a:spcPts val="1400"/>
              </a:spcBef>
              <a:spcAft>
                <a:spcPts val="0"/>
              </a:spcAft>
              <a:buSzPct val="59999"/>
              <a:buNone/>
            </a:pPr>
            <a:endParaRPr sz="2400" b="1"/>
          </a:p>
          <a:p>
            <a:pPr marL="137160" lvl="0" indent="0" algn="l" rtl="0">
              <a:lnSpc>
                <a:spcPct val="90000"/>
              </a:lnSpc>
              <a:spcBef>
                <a:spcPts val="1400"/>
              </a:spcBef>
              <a:spcAft>
                <a:spcPts val="0"/>
              </a:spcAft>
              <a:buSzPct val="59999"/>
              <a:buNone/>
            </a:pPr>
            <a:endParaRPr sz="2400"/>
          </a:p>
        </p:txBody>
      </p:sp>
      <p:sp>
        <p:nvSpPr>
          <p:cNvPr id="210" name="Google Shape;210;g3d5ef1df67e_0_24"/>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pic>
        <p:nvPicPr>
          <p:cNvPr id="211" name="Google Shape;211;g3d5ef1df67e_0_24"/>
          <p:cNvPicPr preferRelativeResize="0"/>
          <p:nvPr/>
        </p:nvPicPr>
        <p:blipFill rotWithShape="1">
          <a:blip r:embed="rId3">
            <a:alphaModFix/>
          </a:blip>
          <a:srcRect/>
          <a:stretch/>
        </p:blipFill>
        <p:spPr>
          <a:xfrm>
            <a:off x="9918800" y="385675"/>
            <a:ext cx="1686789" cy="498301"/>
          </a:xfrm>
          <a:prstGeom prst="rect">
            <a:avLst/>
          </a:prstGeom>
          <a:noFill/>
          <a:ln>
            <a:noFill/>
          </a:ln>
        </p:spPr>
      </p:pic>
      <p:sp>
        <p:nvSpPr>
          <p:cNvPr id="212" name="Google Shape;212;g3d5ef1df67e_0_24"/>
          <p:cNvSpPr/>
          <p:nvPr/>
        </p:nvSpPr>
        <p:spPr>
          <a:xfrm>
            <a:off x="1490425" y="4419150"/>
            <a:ext cx="9495000" cy="1156800"/>
          </a:xfrm>
          <a:prstGeom prst="roundRect">
            <a:avLst>
              <a:gd name="adj" fmla="val 16667"/>
            </a:avLst>
          </a:prstGeom>
          <a:gradFill>
            <a:gsLst>
              <a:gs pos="0">
                <a:srgbClr val="DCECD5"/>
              </a:gs>
              <a:gs pos="100000">
                <a:srgbClr val="92BC81"/>
              </a:gs>
            </a:gsLst>
            <a:lin ang="5400012" scaled="0"/>
          </a:gra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137160" marR="0" lvl="0" indent="0" algn="l" rtl="0">
              <a:lnSpc>
                <a:spcPct val="90000"/>
              </a:lnSpc>
              <a:spcBef>
                <a:spcPts val="1400"/>
              </a:spcBef>
              <a:spcAft>
                <a:spcPts val="0"/>
              </a:spcAft>
              <a:buClr>
                <a:srgbClr val="000000"/>
              </a:buClr>
              <a:buSzPts val="2400"/>
              <a:buFont typeface="Arial"/>
              <a:buNone/>
            </a:pPr>
            <a:r>
              <a:rPr lang="en-US" sz="2400" b="1" i="0" u="none" strike="noStrike" cap="none">
                <a:solidFill>
                  <a:schemeClr val="dk1"/>
                </a:solidFill>
                <a:latin typeface="Arial"/>
                <a:ea typeface="Arial"/>
                <a:cs typeface="Arial"/>
                <a:sym typeface="Arial"/>
              </a:rPr>
              <a:t>Most of them are used for predicting or forecasting a single water quality index.</a:t>
            </a:r>
            <a:r>
              <a:rPr lang="en-US" sz="2400" b="1" i="0" u="none" strike="noStrike" cap="none">
                <a:solidFill>
                  <a:schemeClr val="dk1"/>
                </a:solidFill>
                <a:latin typeface="Corbel"/>
                <a:ea typeface="Corbel"/>
                <a:cs typeface="Corbel"/>
                <a:sym typeface="Corbel"/>
              </a:rPr>
              <a:t> </a:t>
            </a:r>
            <a:endParaRPr sz="2400" b="1" i="0" u="none" strike="noStrike" cap="non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g3d5ef1df67e_0_32"/>
          <p:cNvSpPr txBox="1">
            <a:spLocks noGrp="1"/>
          </p:cNvSpPr>
          <p:nvPr>
            <p:ph type="title"/>
          </p:nvPr>
        </p:nvSpPr>
        <p:spPr>
          <a:xfrm>
            <a:off x="560075" y="475275"/>
            <a:ext cx="9425100" cy="8325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52941"/>
              <a:buNone/>
            </a:pPr>
            <a:r>
              <a:rPr lang="en-US" sz="3400" b="1">
                <a:latin typeface="Arial"/>
                <a:ea typeface="Arial"/>
                <a:cs typeface="Arial"/>
                <a:sym typeface="Arial"/>
              </a:rPr>
              <a:t>From Literature Review to Research Direction</a:t>
            </a:r>
            <a:endParaRPr sz="3400">
              <a:latin typeface="Arial"/>
              <a:ea typeface="Arial"/>
              <a:cs typeface="Arial"/>
              <a:sym typeface="Arial"/>
            </a:endParaRPr>
          </a:p>
        </p:txBody>
      </p:sp>
      <p:sp>
        <p:nvSpPr>
          <p:cNvPr id="218" name="Google Shape;218;g3d5ef1df67e_0_32"/>
          <p:cNvSpPr txBox="1">
            <a:spLocks noGrp="1"/>
          </p:cNvSpPr>
          <p:nvPr>
            <p:ph type="body" idx="1"/>
          </p:nvPr>
        </p:nvSpPr>
        <p:spPr>
          <a:xfrm>
            <a:off x="1159550" y="1534599"/>
            <a:ext cx="9873000" cy="4572900"/>
          </a:xfrm>
          <a:prstGeom prst="rect">
            <a:avLst/>
          </a:prstGeom>
          <a:noFill/>
          <a:ln>
            <a:noFill/>
          </a:ln>
        </p:spPr>
        <p:txBody>
          <a:bodyPr spcFirstLastPara="1" wrap="square" lIns="91425" tIns="45700" rIns="91425" bIns="45700" anchor="t" anchorCtr="0">
            <a:noAutofit/>
          </a:bodyPr>
          <a:lstStyle/>
          <a:p>
            <a:pPr marL="457200" lvl="0" indent="-355600" algn="l" rtl="0">
              <a:lnSpc>
                <a:spcPct val="150000"/>
              </a:lnSpc>
              <a:spcBef>
                <a:spcPts val="0"/>
              </a:spcBef>
              <a:spcAft>
                <a:spcPts val="0"/>
              </a:spcAft>
              <a:buSzPts val="2000"/>
              <a:buFont typeface="Arial"/>
              <a:buChar char="●"/>
            </a:pPr>
            <a:r>
              <a:rPr lang="en-US" sz="2000">
                <a:latin typeface="Arial"/>
                <a:ea typeface="Arial"/>
                <a:cs typeface="Arial"/>
                <a:sym typeface="Arial"/>
              </a:rPr>
              <a:t>Identifies key </a:t>
            </a:r>
            <a:r>
              <a:rPr lang="en-US" sz="2000" b="1">
                <a:latin typeface="Arial"/>
                <a:ea typeface="Arial"/>
                <a:cs typeface="Arial"/>
                <a:sym typeface="Arial"/>
              </a:rPr>
              <a:t>limitations of traditional WQI models</a:t>
            </a:r>
            <a:r>
              <a:rPr lang="en-US" sz="2000">
                <a:latin typeface="Arial"/>
                <a:ea typeface="Arial"/>
                <a:cs typeface="Arial"/>
                <a:sym typeface="Arial"/>
              </a:rPr>
              <a:t> (rigid weighting, poor generalization).</a:t>
            </a:r>
            <a:endParaRPr sz="2000">
              <a:latin typeface="Arial"/>
              <a:ea typeface="Arial"/>
              <a:cs typeface="Arial"/>
              <a:sym typeface="Arial"/>
            </a:endParaRPr>
          </a:p>
          <a:p>
            <a:pPr marL="457200" lvl="0" indent="-355600" algn="l" rtl="0">
              <a:lnSpc>
                <a:spcPct val="150000"/>
              </a:lnSpc>
              <a:spcBef>
                <a:spcPts val="0"/>
              </a:spcBef>
              <a:spcAft>
                <a:spcPts val="0"/>
              </a:spcAft>
              <a:buSzPts val="2000"/>
              <a:buFont typeface="Arial"/>
              <a:buChar char="●"/>
            </a:pPr>
            <a:r>
              <a:rPr lang="en-US" sz="2000">
                <a:latin typeface="Arial"/>
                <a:ea typeface="Arial"/>
                <a:cs typeface="Arial"/>
                <a:sym typeface="Arial"/>
              </a:rPr>
              <a:t>Summarizes and compares </a:t>
            </a:r>
            <a:r>
              <a:rPr lang="en-US" sz="2000" b="1">
                <a:latin typeface="Arial"/>
                <a:ea typeface="Arial"/>
                <a:cs typeface="Arial"/>
                <a:sym typeface="Arial"/>
              </a:rPr>
              <a:t>ML, DL, and hybrid approaches</a:t>
            </a:r>
            <a:r>
              <a:rPr lang="en-US" sz="2000">
                <a:latin typeface="Arial"/>
                <a:ea typeface="Arial"/>
                <a:cs typeface="Arial"/>
                <a:sym typeface="Arial"/>
              </a:rPr>
              <a:t> from the literature.</a:t>
            </a:r>
            <a:endParaRPr sz="2000">
              <a:latin typeface="Arial"/>
              <a:ea typeface="Arial"/>
              <a:cs typeface="Arial"/>
              <a:sym typeface="Arial"/>
            </a:endParaRPr>
          </a:p>
          <a:p>
            <a:pPr marL="457200" lvl="0" indent="-355600" algn="l" rtl="0">
              <a:lnSpc>
                <a:spcPct val="150000"/>
              </a:lnSpc>
              <a:spcBef>
                <a:spcPts val="0"/>
              </a:spcBef>
              <a:spcAft>
                <a:spcPts val="0"/>
              </a:spcAft>
              <a:buSzPts val="2000"/>
              <a:buFont typeface="Arial"/>
              <a:buChar char="●"/>
            </a:pPr>
            <a:r>
              <a:rPr lang="en-US" sz="2000">
                <a:latin typeface="Arial"/>
                <a:ea typeface="Arial"/>
                <a:cs typeface="Arial"/>
                <a:sym typeface="Arial"/>
              </a:rPr>
              <a:t>Highlights </a:t>
            </a:r>
            <a:r>
              <a:rPr lang="en-US" sz="2000" b="1">
                <a:latin typeface="Arial"/>
                <a:ea typeface="Arial"/>
                <a:cs typeface="Arial"/>
                <a:sym typeface="Arial"/>
              </a:rPr>
              <a:t>performance trends</a:t>
            </a:r>
            <a:r>
              <a:rPr lang="en-US" sz="2000">
                <a:latin typeface="Arial"/>
                <a:ea typeface="Arial"/>
                <a:cs typeface="Arial"/>
                <a:sym typeface="Arial"/>
              </a:rPr>
              <a:t> (DL &gt; ML, hybrid models most effective).</a:t>
            </a:r>
            <a:endParaRPr sz="2000">
              <a:latin typeface="Arial"/>
              <a:ea typeface="Arial"/>
              <a:cs typeface="Arial"/>
              <a:sym typeface="Arial"/>
            </a:endParaRPr>
          </a:p>
          <a:p>
            <a:pPr marL="457200" lvl="0" indent="-355600" algn="l" rtl="0">
              <a:lnSpc>
                <a:spcPct val="150000"/>
              </a:lnSpc>
              <a:spcBef>
                <a:spcPts val="0"/>
              </a:spcBef>
              <a:spcAft>
                <a:spcPts val="0"/>
              </a:spcAft>
              <a:buSzPts val="2000"/>
              <a:buFont typeface="Arial"/>
              <a:buChar char="●"/>
            </a:pPr>
            <a:r>
              <a:rPr lang="en-US" sz="2000">
                <a:latin typeface="Arial"/>
                <a:ea typeface="Arial"/>
                <a:cs typeface="Arial"/>
                <a:sym typeface="Arial"/>
              </a:rPr>
              <a:t>Extracts important </a:t>
            </a:r>
            <a:r>
              <a:rPr lang="en-US" sz="2000" b="1">
                <a:latin typeface="Arial"/>
                <a:ea typeface="Arial"/>
                <a:cs typeface="Arial"/>
                <a:sym typeface="Arial"/>
              </a:rPr>
              <a:t>datasets and their challenges</a:t>
            </a:r>
            <a:r>
              <a:rPr lang="en-US" sz="2000">
                <a:latin typeface="Arial"/>
                <a:ea typeface="Arial"/>
                <a:cs typeface="Arial"/>
                <a:sym typeface="Arial"/>
              </a:rPr>
              <a:t> (small size, scattered, non-standard).</a:t>
            </a:r>
            <a:endParaRPr sz="2000">
              <a:latin typeface="Arial"/>
              <a:ea typeface="Arial"/>
              <a:cs typeface="Arial"/>
              <a:sym typeface="Arial"/>
            </a:endParaRPr>
          </a:p>
          <a:p>
            <a:pPr marL="457200" lvl="0" indent="-355600" algn="l" rtl="0">
              <a:lnSpc>
                <a:spcPct val="150000"/>
              </a:lnSpc>
              <a:spcBef>
                <a:spcPts val="0"/>
              </a:spcBef>
              <a:spcAft>
                <a:spcPts val="0"/>
              </a:spcAft>
              <a:buSzPts val="2000"/>
              <a:buFont typeface="Arial"/>
              <a:buChar char="●"/>
            </a:pPr>
            <a:r>
              <a:rPr lang="en-US" sz="2000">
                <a:latin typeface="Arial"/>
                <a:ea typeface="Arial"/>
                <a:cs typeface="Arial"/>
                <a:sym typeface="Arial"/>
              </a:rPr>
              <a:t>Identifies major </a:t>
            </a:r>
            <a:r>
              <a:rPr lang="en-US" sz="2000" b="1">
                <a:latin typeface="Arial"/>
                <a:ea typeface="Arial"/>
                <a:cs typeface="Arial"/>
                <a:sym typeface="Arial"/>
              </a:rPr>
              <a:t>research gaps</a:t>
            </a:r>
            <a:r>
              <a:rPr lang="en-US" sz="2000">
                <a:latin typeface="Arial"/>
                <a:ea typeface="Arial"/>
                <a:cs typeface="Arial"/>
                <a:sym typeface="Arial"/>
              </a:rPr>
              <a:t>:</a:t>
            </a:r>
            <a:endParaRPr sz="2000">
              <a:latin typeface="Arial"/>
              <a:ea typeface="Arial"/>
              <a:cs typeface="Arial"/>
              <a:sym typeface="Arial"/>
            </a:endParaRPr>
          </a:p>
          <a:p>
            <a:pPr marL="914400" lvl="1" indent="-355600" algn="l" rtl="0">
              <a:lnSpc>
                <a:spcPct val="150000"/>
              </a:lnSpc>
              <a:spcBef>
                <a:spcPts val="0"/>
              </a:spcBef>
              <a:spcAft>
                <a:spcPts val="0"/>
              </a:spcAft>
              <a:buSzPts val="2000"/>
              <a:buFont typeface="Arial"/>
              <a:buChar char="○"/>
            </a:pPr>
            <a:r>
              <a:rPr lang="en-US">
                <a:latin typeface="Arial"/>
                <a:ea typeface="Arial"/>
                <a:cs typeface="Arial"/>
                <a:sym typeface="Arial"/>
              </a:rPr>
              <a:t>Lack of real-time systems</a:t>
            </a:r>
            <a:endParaRPr>
              <a:latin typeface="Arial"/>
              <a:ea typeface="Arial"/>
              <a:cs typeface="Arial"/>
              <a:sym typeface="Arial"/>
            </a:endParaRPr>
          </a:p>
          <a:p>
            <a:pPr marL="914400" lvl="1" indent="-355600" algn="l" rtl="0">
              <a:lnSpc>
                <a:spcPct val="150000"/>
              </a:lnSpc>
              <a:spcBef>
                <a:spcPts val="0"/>
              </a:spcBef>
              <a:spcAft>
                <a:spcPts val="0"/>
              </a:spcAft>
              <a:buSzPts val="2000"/>
              <a:buFont typeface="Arial"/>
              <a:buChar char="○"/>
            </a:pPr>
            <a:r>
              <a:rPr lang="en-US">
                <a:latin typeface="Arial"/>
                <a:ea typeface="Arial"/>
                <a:cs typeface="Arial"/>
                <a:sym typeface="Arial"/>
              </a:rPr>
              <a:t>Limited XAI (SHAP) usage</a:t>
            </a:r>
            <a:endParaRPr>
              <a:latin typeface="Arial"/>
              <a:ea typeface="Arial"/>
              <a:cs typeface="Arial"/>
              <a:sym typeface="Arial"/>
            </a:endParaRPr>
          </a:p>
          <a:p>
            <a:pPr marL="914400" lvl="1" indent="-355600" algn="l" rtl="0">
              <a:lnSpc>
                <a:spcPct val="150000"/>
              </a:lnSpc>
              <a:spcBef>
                <a:spcPts val="0"/>
              </a:spcBef>
              <a:spcAft>
                <a:spcPts val="0"/>
              </a:spcAft>
              <a:buSzPts val="2000"/>
              <a:buFont typeface="Arial"/>
              <a:buChar char="○"/>
            </a:pPr>
            <a:r>
              <a:rPr lang="en-US">
                <a:latin typeface="Arial"/>
                <a:ea typeface="Arial"/>
                <a:cs typeface="Arial"/>
                <a:sym typeface="Arial"/>
              </a:rPr>
              <a:t>Poor scalability and generalization</a:t>
            </a:r>
            <a:endParaRPr>
              <a:latin typeface="Arial"/>
              <a:ea typeface="Arial"/>
              <a:cs typeface="Arial"/>
              <a:sym typeface="Arial"/>
            </a:endParaRPr>
          </a:p>
          <a:p>
            <a:pPr marL="457200" lvl="0" indent="0" algn="l" rtl="0">
              <a:lnSpc>
                <a:spcPct val="115000"/>
              </a:lnSpc>
              <a:spcBef>
                <a:spcPts val="1200"/>
              </a:spcBef>
              <a:spcAft>
                <a:spcPts val="0"/>
              </a:spcAft>
              <a:buNone/>
            </a:pPr>
            <a:endParaRPr sz="2000">
              <a:latin typeface="Arial"/>
              <a:ea typeface="Arial"/>
              <a:cs typeface="Arial"/>
              <a:sym typeface="Arial"/>
            </a:endParaRPr>
          </a:p>
        </p:txBody>
      </p:sp>
      <p:sp>
        <p:nvSpPr>
          <p:cNvPr id="219" name="Google Shape;219;g3d5ef1df67e_0_32"/>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pic>
        <p:nvPicPr>
          <p:cNvPr id="220" name="Google Shape;220;g3d5ef1df67e_0_32"/>
          <p:cNvPicPr preferRelativeResize="0"/>
          <p:nvPr/>
        </p:nvPicPr>
        <p:blipFill rotWithShape="1">
          <a:blip r:embed="rId3">
            <a:alphaModFix/>
          </a:blip>
          <a:srcRect/>
          <a:stretch/>
        </p:blipFill>
        <p:spPr>
          <a:xfrm>
            <a:off x="9918800" y="385675"/>
            <a:ext cx="1686789" cy="4983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g3d5ef1df67e_0_39"/>
          <p:cNvSpPr txBox="1">
            <a:spLocks noGrp="1"/>
          </p:cNvSpPr>
          <p:nvPr>
            <p:ph type="title"/>
          </p:nvPr>
        </p:nvSpPr>
        <p:spPr>
          <a:xfrm>
            <a:off x="547700" y="598825"/>
            <a:ext cx="9425100" cy="8325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1620"/>
              <a:buNone/>
            </a:pPr>
            <a:r>
              <a:rPr lang="en-US" sz="2860" b="1">
                <a:latin typeface="Arial"/>
                <a:ea typeface="Arial"/>
                <a:cs typeface="Arial"/>
                <a:sym typeface="Arial"/>
              </a:rPr>
              <a:t>From Literature Review to Research Direction (Cont.)</a:t>
            </a:r>
            <a:endParaRPr sz="2860">
              <a:latin typeface="Arial"/>
              <a:ea typeface="Arial"/>
              <a:cs typeface="Arial"/>
              <a:sym typeface="Arial"/>
            </a:endParaRPr>
          </a:p>
        </p:txBody>
      </p:sp>
      <p:sp>
        <p:nvSpPr>
          <p:cNvPr id="226" name="Google Shape;226;g3d5ef1df67e_0_39"/>
          <p:cNvSpPr txBox="1">
            <a:spLocks noGrp="1"/>
          </p:cNvSpPr>
          <p:nvPr>
            <p:ph type="body" idx="1"/>
          </p:nvPr>
        </p:nvSpPr>
        <p:spPr>
          <a:xfrm>
            <a:off x="784625" y="1705150"/>
            <a:ext cx="10251000" cy="3697500"/>
          </a:xfrm>
          <a:prstGeom prst="rect">
            <a:avLst/>
          </a:prstGeom>
          <a:noFill/>
          <a:ln>
            <a:noFill/>
          </a:ln>
        </p:spPr>
        <p:txBody>
          <a:bodyPr spcFirstLastPara="1" wrap="square" lIns="91425" tIns="45700" rIns="91425" bIns="45700" anchor="t" anchorCtr="0">
            <a:noAutofit/>
          </a:bodyPr>
          <a:lstStyle/>
          <a:p>
            <a:pPr marL="457200" lvl="0" indent="-368300" algn="l" rtl="0">
              <a:lnSpc>
                <a:spcPct val="150000"/>
              </a:lnSpc>
              <a:spcBef>
                <a:spcPts val="0"/>
              </a:spcBef>
              <a:spcAft>
                <a:spcPts val="0"/>
              </a:spcAft>
              <a:buSzPts val="2200"/>
              <a:buFont typeface="Arial"/>
              <a:buChar char="●"/>
            </a:pPr>
            <a:r>
              <a:rPr lang="en-US">
                <a:latin typeface="Arial"/>
                <a:ea typeface="Arial"/>
                <a:cs typeface="Arial"/>
                <a:sym typeface="Arial"/>
              </a:rPr>
              <a:t>Translates literature findings into a </a:t>
            </a:r>
            <a:r>
              <a:rPr lang="en-US" b="1">
                <a:latin typeface="Arial"/>
                <a:ea typeface="Arial"/>
                <a:cs typeface="Arial"/>
                <a:sym typeface="Arial"/>
              </a:rPr>
              <a:t>clear problem statement</a:t>
            </a:r>
            <a:r>
              <a:rPr lang="en-US">
                <a:latin typeface="Arial"/>
                <a:ea typeface="Arial"/>
                <a:cs typeface="Arial"/>
                <a:sym typeface="Arial"/>
              </a:rPr>
              <a:t>.</a:t>
            </a:r>
            <a:endParaRPr>
              <a:latin typeface="Arial"/>
              <a:ea typeface="Arial"/>
              <a:cs typeface="Arial"/>
              <a:sym typeface="Arial"/>
            </a:endParaRPr>
          </a:p>
          <a:p>
            <a:pPr marL="457200" lvl="0" indent="-368300" algn="l" rtl="0">
              <a:lnSpc>
                <a:spcPct val="150000"/>
              </a:lnSpc>
              <a:spcBef>
                <a:spcPts val="0"/>
              </a:spcBef>
              <a:spcAft>
                <a:spcPts val="0"/>
              </a:spcAft>
              <a:buSzPts val="2200"/>
              <a:buFont typeface="Arial"/>
              <a:buChar char="●"/>
            </a:pPr>
            <a:r>
              <a:rPr lang="en-US">
                <a:latin typeface="Arial"/>
                <a:ea typeface="Arial"/>
                <a:cs typeface="Arial"/>
                <a:sym typeface="Arial"/>
              </a:rPr>
              <a:t>Justifies the need for a </a:t>
            </a:r>
            <a:r>
              <a:rPr lang="en-US" b="1">
                <a:latin typeface="Arial"/>
                <a:ea typeface="Arial"/>
                <a:cs typeface="Arial"/>
                <a:sym typeface="Arial"/>
              </a:rPr>
              <a:t>new/improved framework</a:t>
            </a:r>
            <a:r>
              <a:rPr lang="en-US">
                <a:latin typeface="Arial"/>
                <a:ea typeface="Arial"/>
                <a:cs typeface="Arial"/>
                <a:sym typeface="Arial"/>
              </a:rPr>
              <a:t>.</a:t>
            </a:r>
            <a:endParaRPr>
              <a:latin typeface="Arial"/>
              <a:ea typeface="Arial"/>
              <a:cs typeface="Arial"/>
              <a:sym typeface="Arial"/>
            </a:endParaRPr>
          </a:p>
          <a:p>
            <a:pPr marL="457200" lvl="0" indent="-368300" algn="l" rtl="0">
              <a:lnSpc>
                <a:spcPct val="150000"/>
              </a:lnSpc>
              <a:spcBef>
                <a:spcPts val="0"/>
              </a:spcBef>
              <a:spcAft>
                <a:spcPts val="0"/>
              </a:spcAft>
              <a:buSzPts val="2200"/>
              <a:buFont typeface="Arial"/>
              <a:buChar char="●"/>
            </a:pPr>
            <a:r>
              <a:rPr lang="en-US">
                <a:latin typeface="Arial"/>
                <a:ea typeface="Arial"/>
                <a:cs typeface="Arial"/>
                <a:sym typeface="Arial"/>
              </a:rPr>
              <a:t>Supports development of a </a:t>
            </a:r>
            <a:r>
              <a:rPr lang="en-US" b="1">
                <a:latin typeface="Arial"/>
                <a:ea typeface="Arial"/>
                <a:cs typeface="Arial"/>
                <a:sym typeface="Arial"/>
              </a:rPr>
              <a:t>proposed methodology (e.g., hybrid DL + XAI)</a:t>
            </a:r>
            <a:r>
              <a:rPr lang="en-US">
                <a:latin typeface="Arial"/>
                <a:ea typeface="Arial"/>
                <a:cs typeface="Arial"/>
                <a:sym typeface="Arial"/>
              </a:rPr>
              <a:t>.</a:t>
            </a:r>
            <a:endParaRPr>
              <a:latin typeface="Arial"/>
              <a:ea typeface="Arial"/>
              <a:cs typeface="Arial"/>
              <a:sym typeface="Arial"/>
            </a:endParaRPr>
          </a:p>
          <a:p>
            <a:pPr marL="457200" lvl="0" indent="-368300" algn="l" rtl="0">
              <a:lnSpc>
                <a:spcPct val="150000"/>
              </a:lnSpc>
              <a:spcBef>
                <a:spcPts val="0"/>
              </a:spcBef>
              <a:spcAft>
                <a:spcPts val="0"/>
              </a:spcAft>
              <a:buSzPts val="2200"/>
              <a:buFont typeface="Arial"/>
              <a:buChar char="●"/>
            </a:pPr>
            <a:r>
              <a:rPr lang="en-US">
                <a:latin typeface="Arial"/>
                <a:ea typeface="Arial"/>
                <a:cs typeface="Arial"/>
                <a:sym typeface="Arial"/>
              </a:rPr>
              <a:t>Provides a </a:t>
            </a:r>
            <a:r>
              <a:rPr lang="en-US" b="1">
                <a:latin typeface="Arial"/>
                <a:ea typeface="Arial"/>
                <a:cs typeface="Arial"/>
                <a:sym typeface="Arial"/>
              </a:rPr>
              <a:t>foundation for model design, dataset selection, and evaluation metrics</a:t>
            </a:r>
            <a:r>
              <a:rPr lang="en-US">
                <a:latin typeface="Arial"/>
                <a:ea typeface="Arial"/>
                <a:cs typeface="Arial"/>
                <a:sym typeface="Arial"/>
              </a:rPr>
              <a:t>.</a:t>
            </a:r>
            <a:endParaRPr>
              <a:latin typeface="Arial"/>
              <a:ea typeface="Arial"/>
              <a:cs typeface="Arial"/>
              <a:sym typeface="Arial"/>
            </a:endParaRPr>
          </a:p>
          <a:p>
            <a:pPr marL="457200" lvl="0" indent="-368300" algn="l" rtl="0">
              <a:lnSpc>
                <a:spcPct val="150000"/>
              </a:lnSpc>
              <a:spcBef>
                <a:spcPts val="0"/>
              </a:spcBef>
              <a:spcAft>
                <a:spcPts val="0"/>
              </a:spcAft>
              <a:buSzPts val="2200"/>
              <a:buFont typeface="Arial"/>
              <a:buChar char="●"/>
            </a:pPr>
            <a:r>
              <a:rPr lang="en-US">
                <a:latin typeface="Arial"/>
                <a:ea typeface="Arial"/>
                <a:cs typeface="Arial"/>
                <a:sym typeface="Arial"/>
              </a:rPr>
              <a:t>Bridges the gap between </a:t>
            </a:r>
            <a:r>
              <a:rPr lang="en-US" b="1">
                <a:latin typeface="Arial"/>
                <a:ea typeface="Arial"/>
                <a:cs typeface="Arial"/>
                <a:sym typeface="Arial"/>
              </a:rPr>
              <a:t>existing research and your proposed contribution</a:t>
            </a:r>
            <a:r>
              <a:rPr lang="en-US">
                <a:latin typeface="Arial"/>
                <a:ea typeface="Arial"/>
                <a:cs typeface="Arial"/>
                <a:sym typeface="Arial"/>
              </a:rPr>
              <a:t>.</a:t>
            </a:r>
            <a:endParaRPr>
              <a:latin typeface="Arial"/>
              <a:ea typeface="Arial"/>
              <a:cs typeface="Arial"/>
              <a:sym typeface="Arial"/>
            </a:endParaRPr>
          </a:p>
        </p:txBody>
      </p:sp>
      <p:sp>
        <p:nvSpPr>
          <p:cNvPr id="227" name="Google Shape;227;g3d5ef1df67e_0_39"/>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pic>
        <p:nvPicPr>
          <p:cNvPr id="228" name="Google Shape;228;g3d5ef1df67e_0_39"/>
          <p:cNvPicPr preferRelativeResize="0"/>
          <p:nvPr/>
        </p:nvPicPr>
        <p:blipFill rotWithShape="1">
          <a:blip r:embed="rId3">
            <a:alphaModFix/>
          </a:blip>
          <a:srcRect/>
          <a:stretch/>
        </p:blipFill>
        <p:spPr>
          <a:xfrm>
            <a:off x="9918800" y="385675"/>
            <a:ext cx="1686789" cy="4983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g3d5ef1df67e_0_46"/>
          <p:cNvSpPr txBox="1">
            <a:spLocks noGrp="1"/>
          </p:cNvSpPr>
          <p:nvPr>
            <p:ph type="title"/>
          </p:nvPr>
        </p:nvSpPr>
        <p:spPr>
          <a:xfrm>
            <a:off x="1126300" y="385675"/>
            <a:ext cx="8587200" cy="888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1800"/>
              <a:buNone/>
            </a:pPr>
            <a:r>
              <a:rPr lang="en-US" sz="3400" b="1"/>
              <a:t>Research Questions</a:t>
            </a:r>
            <a:endParaRPr sz="3400"/>
          </a:p>
        </p:txBody>
      </p:sp>
      <p:sp>
        <p:nvSpPr>
          <p:cNvPr id="234" name="Google Shape;234;g3d5ef1df67e_0_46"/>
          <p:cNvSpPr txBox="1">
            <a:spLocks noGrp="1"/>
          </p:cNvSpPr>
          <p:nvPr>
            <p:ph type="body" idx="1"/>
          </p:nvPr>
        </p:nvSpPr>
        <p:spPr>
          <a:xfrm>
            <a:off x="1007200" y="1615050"/>
            <a:ext cx="10327200" cy="4060500"/>
          </a:xfrm>
          <a:prstGeom prst="rect">
            <a:avLst/>
          </a:prstGeom>
          <a:noFill/>
          <a:ln>
            <a:noFill/>
          </a:ln>
        </p:spPr>
        <p:txBody>
          <a:bodyPr spcFirstLastPara="1" wrap="square" lIns="91425" tIns="45700" rIns="91425" bIns="45700" anchor="t" anchorCtr="0">
            <a:normAutofit lnSpcReduction="10000"/>
          </a:bodyPr>
          <a:lstStyle/>
          <a:p>
            <a:pPr marL="457200" lvl="0" indent="-381000" algn="just" rtl="0">
              <a:lnSpc>
                <a:spcPct val="90000"/>
              </a:lnSpc>
              <a:spcBef>
                <a:spcPts val="1400"/>
              </a:spcBef>
              <a:spcAft>
                <a:spcPts val="0"/>
              </a:spcAft>
              <a:buSzPts val="2400"/>
              <a:buFont typeface="Arial"/>
              <a:buChar char="•"/>
            </a:pPr>
            <a:r>
              <a:rPr lang="en-US" sz="2400">
                <a:latin typeface="Arial"/>
                <a:ea typeface="Arial"/>
                <a:cs typeface="Arial"/>
                <a:sym typeface="Arial"/>
              </a:rPr>
              <a:t>How do </a:t>
            </a:r>
            <a:r>
              <a:rPr lang="en-US" sz="2400" b="1">
                <a:latin typeface="Arial"/>
                <a:ea typeface="Arial"/>
                <a:cs typeface="Arial"/>
                <a:sym typeface="Arial"/>
              </a:rPr>
              <a:t>machine learning models</a:t>
            </a:r>
            <a:r>
              <a:rPr lang="en-US" sz="2400">
                <a:latin typeface="Arial"/>
                <a:ea typeface="Arial"/>
                <a:cs typeface="Arial"/>
                <a:sym typeface="Arial"/>
              </a:rPr>
              <a:t> improve WQI prediction and classification compared to traditional statistics?</a:t>
            </a:r>
            <a:endParaRPr sz="2400">
              <a:latin typeface="Arial"/>
              <a:ea typeface="Arial"/>
              <a:cs typeface="Arial"/>
              <a:sym typeface="Arial"/>
            </a:endParaRPr>
          </a:p>
          <a:p>
            <a:pPr marL="914400" lvl="0" indent="0" algn="just" rtl="0">
              <a:lnSpc>
                <a:spcPct val="90000"/>
              </a:lnSpc>
              <a:spcBef>
                <a:spcPts val="1400"/>
              </a:spcBef>
              <a:spcAft>
                <a:spcPts val="0"/>
              </a:spcAft>
              <a:buSzPts val="1440"/>
              <a:buNone/>
            </a:pPr>
            <a:endParaRPr sz="1000">
              <a:latin typeface="Arial"/>
              <a:ea typeface="Arial"/>
              <a:cs typeface="Arial"/>
              <a:sym typeface="Arial"/>
            </a:endParaRPr>
          </a:p>
          <a:p>
            <a:pPr marL="457200" lvl="0" indent="-381000" algn="just" rtl="0">
              <a:lnSpc>
                <a:spcPct val="90000"/>
              </a:lnSpc>
              <a:spcBef>
                <a:spcPts val="1400"/>
              </a:spcBef>
              <a:spcAft>
                <a:spcPts val="0"/>
              </a:spcAft>
              <a:buSzPts val="2400"/>
              <a:buFont typeface="Arial"/>
              <a:buChar char="•"/>
            </a:pPr>
            <a:r>
              <a:rPr lang="en-US" sz="2400">
                <a:latin typeface="Arial"/>
                <a:ea typeface="Arial"/>
                <a:cs typeface="Arial"/>
                <a:sym typeface="Arial"/>
              </a:rPr>
              <a:t>Can a </a:t>
            </a:r>
            <a:r>
              <a:rPr lang="en-US" sz="2400" b="1">
                <a:latin typeface="Arial"/>
                <a:ea typeface="Arial"/>
                <a:cs typeface="Arial"/>
                <a:sym typeface="Arial"/>
              </a:rPr>
              <a:t>generalized WQI model</a:t>
            </a:r>
            <a:r>
              <a:rPr lang="en-US" sz="2400">
                <a:latin typeface="Arial"/>
                <a:ea typeface="Arial"/>
                <a:cs typeface="Arial"/>
                <a:sym typeface="Arial"/>
              </a:rPr>
              <a:t> support multiple uses (drinking, irrigation, ecosystem health and etc.)?</a:t>
            </a:r>
            <a:endParaRPr sz="2400">
              <a:latin typeface="Arial"/>
              <a:ea typeface="Arial"/>
              <a:cs typeface="Arial"/>
              <a:sym typeface="Arial"/>
            </a:endParaRPr>
          </a:p>
          <a:p>
            <a:pPr marL="914400" lvl="0" indent="0" algn="just" rtl="0">
              <a:lnSpc>
                <a:spcPct val="90000"/>
              </a:lnSpc>
              <a:spcBef>
                <a:spcPts val="1400"/>
              </a:spcBef>
              <a:spcAft>
                <a:spcPts val="0"/>
              </a:spcAft>
              <a:buSzPts val="1440"/>
              <a:buNone/>
            </a:pPr>
            <a:endParaRPr sz="1000">
              <a:latin typeface="Arial"/>
              <a:ea typeface="Arial"/>
              <a:cs typeface="Arial"/>
              <a:sym typeface="Arial"/>
            </a:endParaRPr>
          </a:p>
          <a:p>
            <a:pPr marL="457200" lvl="0" indent="-381000" algn="just" rtl="0">
              <a:lnSpc>
                <a:spcPct val="90000"/>
              </a:lnSpc>
              <a:spcBef>
                <a:spcPts val="1400"/>
              </a:spcBef>
              <a:spcAft>
                <a:spcPts val="0"/>
              </a:spcAft>
              <a:buSzPts val="2400"/>
              <a:buFont typeface="Arial"/>
              <a:buChar char="•"/>
            </a:pPr>
            <a:r>
              <a:rPr lang="en-US" sz="2400">
                <a:latin typeface="Arial"/>
                <a:ea typeface="Arial"/>
                <a:cs typeface="Arial"/>
                <a:sym typeface="Arial"/>
              </a:rPr>
              <a:t>Which ML approaches improve </a:t>
            </a:r>
            <a:r>
              <a:rPr lang="en-US" sz="2400" b="1">
                <a:latin typeface="Arial"/>
                <a:ea typeface="Arial"/>
                <a:cs typeface="Arial"/>
                <a:sym typeface="Arial"/>
              </a:rPr>
              <a:t>generalization and efficiency</a:t>
            </a:r>
            <a:r>
              <a:rPr lang="en-US" sz="2400">
                <a:latin typeface="Arial"/>
                <a:ea typeface="Arial"/>
                <a:cs typeface="Arial"/>
                <a:sym typeface="Arial"/>
              </a:rPr>
              <a:t> across multiple WQI models?</a:t>
            </a:r>
            <a:endParaRPr sz="2400">
              <a:latin typeface="Arial"/>
              <a:ea typeface="Arial"/>
              <a:cs typeface="Arial"/>
              <a:sym typeface="Arial"/>
            </a:endParaRPr>
          </a:p>
          <a:p>
            <a:pPr marL="914400" lvl="0" indent="0" algn="just" rtl="0">
              <a:lnSpc>
                <a:spcPct val="90000"/>
              </a:lnSpc>
              <a:spcBef>
                <a:spcPts val="1400"/>
              </a:spcBef>
              <a:spcAft>
                <a:spcPts val="0"/>
              </a:spcAft>
              <a:buSzPts val="1440"/>
              <a:buNone/>
            </a:pPr>
            <a:endParaRPr sz="1000">
              <a:latin typeface="Arial"/>
              <a:ea typeface="Arial"/>
              <a:cs typeface="Arial"/>
              <a:sym typeface="Arial"/>
            </a:endParaRPr>
          </a:p>
          <a:p>
            <a:pPr marL="457200" lvl="0" indent="-381000" algn="just" rtl="0">
              <a:lnSpc>
                <a:spcPct val="90000"/>
              </a:lnSpc>
              <a:spcBef>
                <a:spcPts val="1400"/>
              </a:spcBef>
              <a:spcAft>
                <a:spcPts val="0"/>
              </a:spcAft>
              <a:buSzPts val="2400"/>
              <a:buFont typeface="Arial"/>
              <a:buChar char="•"/>
            </a:pPr>
            <a:r>
              <a:rPr lang="en-US" sz="2400">
                <a:latin typeface="Arial"/>
                <a:ea typeface="Arial"/>
                <a:cs typeface="Arial"/>
                <a:sym typeface="Arial"/>
              </a:rPr>
              <a:t>How can </a:t>
            </a:r>
            <a:r>
              <a:rPr lang="en-US" sz="2400" b="1">
                <a:latin typeface="Arial"/>
                <a:ea typeface="Arial"/>
                <a:cs typeface="Arial"/>
                <a:sym typeface="Arial"/>
              </a:rPr>
              <a:t>XAI be integrated</a:t>
            </a:r>
            <a:r>
              <a:rPr lang="en-US" sz="2400">
                <a:latin typeface="Arial"/>
                <a:ea typeface="Arial"/>
                <a:cs typeface="Arial"/>
                <a:sym typeface="Arial"/>
              </a:rPr>
              <a:t> into an ML-based water quality assessment?</a:t>
            </a:r>
            <a:endParaRPr sz="2400">
              <a:latin typeface="Arial"/>
              <a:ea typeface="Arial"/>
              <a:cs typeface="Arial"/>
              <a:sym typeface="Arial"/>
            </a:endParaRPr>
          </a:p>
        </p:txBody>
      </p:sp>
      <p:sp>
        <p:nvSpPr>
          <p:cNvPr id="235" name="Google Shape;235;g3d5ef1df67e_0_46"/>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pic>
        <p:nvPicPr>
          <p:cNvPr id="236" name="Google Shape;236;g3d5ef1df67e_0_46"/>
          <p:cNvPicPr preferRelativeResize="0"/>
          <p:nvPr/>
        </p:nvPicPr>
        <p:blipFill rotWithShape="1">
          <a:blip r:embed="rId3">
            <a:alphaModFix/>
          </a:blip>
          <a:srcRect/>
          <a:stretch/>
        </p:blipFill>
        <p:spPr>
          <a:xfrm>
            <a:off x="9918800" y="385675"/>
            <a:ext cx="1686789" cy="4983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g3d5ef1df67e_0_53"/>
          <p:cNvSpPr txBox="1">
            <a:spLocks noGrp="1"/>
          </p:cNvSpPr>
          <p:nvPr>
            <p:ph type="title"/>
          </p:nvPr>
        </p:nvSpPr>
        <p:spPr>
          <a:xfrm>
            <a:off x="1072400" y="529950"/>
            <a:ext cx="9007200" cy="7098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1800"/>
              <a:buNone/>
            </a:pPr>
            <a:r>
              <a:rPr lang="en-US" sz="3400" b="1">
                <a:latin typeface="Arial"/>
                <a:ea typeface="Arial"/>
                <a:cs typeface="Arial"/>
                <a:sym typeface="Arial"/>
              </a:rPr>
              <a:t>Objective of the Project from the SLR</a:t>
            </a:r>
            <a:endParaRPr sz="3400">
              <a:latin typeface="Arial"/>
              <a:ea typeface="Arial"/>
              <a:cs typeface="Arial"/>
              <a:sym typeface="Arial"/>
            </a:endParaRPr>
          </a:p>
        </p:txBody>
      </p:sp>
      <p:sp>
        <p:nvSpPr>
          <p:cNvPr id="242" name="Google Shape;242;g3d5ef1df67e_0_53"/>
          <p:cNvSpPr txBox="1">
            <a:spLocks noGrp="1"/>
          </p:cNvSpPr>
          <p:nvPr>
            <p:ph type="body" idx="1"/>
          </p:nvPr>
        </p:nvSpPr>
        <p:spPr>
          <a:xfrm>
            <a:off x="1360350" y="1871963"/>
            <a:ext cx="9471300" cy="4038600"/>
          </a:xfrm>
          <a:prstGeom prst="rect">
            <a:avLst/>
          </a:prstGeom>
          <a:noFill/>
          <a:ln>
            <a:noFill/>
          </a:ln>
        </p:spPr>
        <p:txBody>
          <a:bodyPr spcFirstLastPara="1" wrap="square" lIns="91425" tIns="45700" rIns="91425" bIns="45700" anchor="t" anchorCtr="0">
            <a:normAutofit lnSpcReduction="10000"/>
          </a:bodyPr>
          <a:lstStyle/>
          <a:p>
            <a:pPr marL="457200" lvl="0" indent="-381000" algn="just" rtl="0">
              <a:lnSpc>
                <a:spcPct val="90000"/>
              </a:lnSpc>
              <a:spcBef>
                <a:spcPts val="1400"/>
              </a:spcBef>
              <a:spcAft>
                <a:spcPts val="0"/>
              </a:spcAft>
              <a:buSzPts val="2400"/>
              <a:buFont typeface="Arial"/>
              <a:buChar char="❖"/>
            </a:pPr>
            <a:r>
              <a:rPr lang="en-US" sz="2400">
                <a:latin typeface="Arial"/>
                <a:ea typeface="Arial"/>
                <a:cs typeface="Arial"/>
                <a:sym typeface="Arial"/>
              </a:rPr>
              <a:t>To propose a </a:t>
            </a:r>
            <a:r>
              <a:rPr lang="en-US" sz="2400" b="1">
                <a:latin typeface="Arial"/>
                <a:ea typeface="Arial"/>
                <a:cs typeface="Arial"/>
                <a:sym typeface="Arial"/>
              </a:rPr>
              <a:t>multi-task ML framework</a:t>
            </a:r>
            <a:r>
              <a:rPr lang="en-US" sz="2400">
                <a:latin typeface="Arial"/>
                <a:ea typeface="Arial"/>
                <a:cs typeface="Arial"/>
                <a:sym typeface="Arial"/>
              </a:rPr>
              <a:t> for predicting </a:t>
            </a:r>
            <a:r>
              <a:rPr lang="en-US" sz="2400" b="1">
                <a:latin typeface="Arial"/>
                <a:ea typeface="Arial"/>
                <a:cs typeface="Arial"/>
                <a:sym typeface="Arial"/>
              </a:rPr>
              <a:t>use-specific WQI’s</a:t>
            </a:r>
            <a:r>
              <a:rPr lang="en-US" sz="2400">
                <a:latin typeface="Arial"/>
                <a:ea typeface="Arial"/>
                <a:cs typeface="Arial"/>
                <a:sym typeface="Arial"/>
              </a:rPr>
              <a:t> from a single set of water quality parameters.</a:t>
            </a:r>
            <a:endParaRPr sz="2400">
              <a:latin typeface="Arial"/>
              <a:ea typeface="Arial"/>
              <a:cs typeface="Arial"/>
              <a:sym typeface="Arial"/>
            </a:endParaRPr>
          </a:p>
          <a:p>
            <a:pPr marL="457200" lvl="0" indent="0" algn="just" rtl="0">
              <a:lnSpc>
                <a:spcPct val="90000"/>
              </a:lnSpc>
              <a:spcBef>
                <a:spcPts val="1400"/>
              </a:spcBef>
              <a:spcAft>
                <a:spcPts val="0"/>
              </a:spcAft>
              <a:buSzPts val="1440"/>
              <a:buNone/>
            </a:pPr>
            <a:endParaRPr sz="2400">
              <a:latin typeface="Arial"/>
              <a:ea typeface="Arial"/>
              <a:cs typeface="Arial"/>
              <a:sym typeface="Arial"/>
            </a:endParaRPr>
          </a:p>
          <a:p>
            <a:pPr marL="457200" lvl="0" indent="-381000" algn="just" rtl="0">
              <a:lnSpc>
                <a:spcPct val="90000"/>
              </a:lnSpc>
              <a:spcBef>
                <a:spcPts val="1400"/>
              </a:spcBef>
              <a:spcAft>
                <a:spcPts val="0"/>
              </a:spcAft>
              <a:buSzPts val="2400"/>
              <a:buFont typeface="Arial"/>
              <a:buChar char="❖"/>
            </a:pPr>
            <a:r>
              <a:rPr lang="en-US" sz="2400">
                <a:latin typeface="Arial"/>
                <a:ea typeface="Arial"/>
                <a:cs typeface="Arial"/>
                <a:sym typeface="Arial"/>
              </a:rPr>
              <a:t>To incorporate XAI to provide both </a:t>
            </a:r>
            <a:r>
              <a:rPr lang="en-US" sz="2400" b="1">
                <a:latin typeface="Arial"/>
                <a:ea typeface="Arial"/>
                <a:cs typeface="Arial"/>
                <a:sym typeface="Arial"/>
              </a:rPr>
              <a:t>local and global interpretability</a:t>
            </a:r>
            <a:r>
              <a:rPr lang="en-US" sz="2400">
                <a:latin typeface="Arial"/>
                <a:ea typeface="Arial"/>
                <a:cs typeface="Arial"/>
                <a:sym typeface="Arial"/>
              </a:rPr>
              <a:t>, ensuring </a:t>
            </a:r>
            <a:r>
              <a:rPr lang="en-US" sz="2400" b="1">
                <a:latin typeface="Arial"/>
                <a:ea typeface="Arial"/>
                <a:cs typeface="Arial"/>
                <a:sym typeface="Arial"/>
              </a:rPr>
              <a:t>transparency and domain alignment</a:t>
            </a:r>
            <a:r>
              <a:rPr lang="en-US" sz="2400">
                <a:latin typeface="Arial"/>
                <a:ea typeface="Arial"/>
                <a:cs typeface="Arial"/>
                <a:sym typeface="Arial"/>
              </a:rPr>
              <a:t>.</a:t>
            </a:r>
            <a:endParaRPr sz="2400">
              <a:latin typeface="Arial"/>
              <a:ea typeface="Arial"/>
              <a:cs typeface="Arial"/>
              <a:sym typeface="Arial"/>
            </a:endParaRPr>
          </a:p>
          <a:p>
            <a:pPr marL="457200" lvl="0" indent="0" algn="just" rtl="0">
              <a:lnSpc>
                <a:spcPct val="90000"/>
              </a:lnSpc>
              <a:spcBef>
                <a:spcPts val="1400"/>
              </a:spcBef>
              <a:spcAft>
                <a:spcPts val="0"/>
              </a:spcAft>
              <a:buSzPts val="1440"/>
              <a:buNone/>
            </a:pPr>
            <a:endParaRPr sz="2400">
              <a:latin typeface="Arial"/>
              <a:ea typeface="Arial"/>
              <a:cs typeface="Arial"/>
              <a:sym typeface="Arial"/>
            </a:endParaRPr>
          </a:p>
          <a:p>
            <a:pPr marL="457200" lvl="0" indent="-381000" algn="just" rtl="0">
              <a:lnSpc>
                <a:spcPct val="90000"/>
              </a:lnSpc>
              <a:spcBef>
                <a:spcPts val="1400"/>
              </a:spcBef>
              <a:spcAft>
                <a:spcPts val="0"/>
              </a:spcAft>
              <a:buSzPts val="2400"/>
              <a:buFont typeface="Arial"/>
              <a:buChar char="❖"/>
            </a:pPr>
            <a:r>
              <a:rPr lang="en-US" sz="2400">
                <a:latin typeface="Arial"/>
                <a:ea typeface="Arial"/>
                <a:cs typeface="Arial"/>
                <a:sym typeface="Arial"/>
              </a:rPr>
              <a:t>Improved </a:t>
            </a:r>
            <a:r>
              <a:rPr lang="en-US" sz="2400" b="1">
                <a:latin typeface="Arial"/>
                <a:ea typeface="Arial"/>
                <a:cs typeface="Arial"/>
                <a:sym typeface="Arial"/>
              </a:rPr>
              <a:t>generalization and efficiency</a:t>
            </a:r>
            <a:r>
              <a:rPr lang="en-US" sz="2400">
                <a:latin typeface="Arial"/>
                <a:ea typeface="Arial"/>
                <a:cs typeface="Arial"/>
                <a:sym typeface="Arial"/>
              </a:rPr>
              <a:t> by leveraging feature representations across WQI’s, reducing redundancy compared to a traditional single-task model.</a:t>
            </a:r>
            <a:endParaRPr sz="2400">
              <a:latin typeface="Arial"/>
              <a:ea typeface="Arial"/>
              <a:cs typeface="Arial"/>
              <a:sym typeface="Arial"/>
            </a:endParaRPr>
          </a:p>
        </p:txBody>
      </p:sp>
      <p:sp>
        <p:nvSpPr>
          <p:cNvPr id="243" name="Google Shape;243;g3d5ef1df67e_0_53"/>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pic>
        <p:nvPicPr>
          <p:cNvPr id="244" name="Google Shape;244;g3d5ef1df67e_0_53"/>
          <p:cNvPicPr preferRelativeResize="0"/>
          <p:nvPr/>
        </p:nvPicPr>
        <p:blipFill rotWithShape="1">
          <a:blip r:embed="rId3">
            <a:alphaModFix/>
          </a:blip>
          <a:srcRect/>
          <a:stretch/>
        </p:blipFill>
        <p:spPr>
          <a:xfrm>
            <a:off x="9918800" y="385675"/>
            <a:ext cx="1686789" cy="4983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g3d5ef1df67e_0_69"/>
          <p:cNvSpPr txBox="1">
            <a:spLocks noGrp="1"/>
          </p:cNvSpPr>
          <p:nvPr>
            <p:ph type="title"/>
          </p:nvPr>
        </p:nvSpPr>
        <p:spPr>
          <a:xfrm>
            <a:off x="2584850" y="4485050"/>
            <a:ext cx="7022400" cy="4983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sz="3400" b="1">
                <a:solidFill>
                  <a:srgbClr val="202122"/>
                </a:solidFill>
                <a:highlight>
                  <a:srgbClr val="FFFFFF"/>
                </a:highlight>
                <a:latin typeface="Arial"/>
                <a:ea typeface="Arial"/>
                <a:cs typeface="Arial"/>
                <a:sym typeface="Arial"/>
              </a:rPr>
              <a:t>Data Collection and Wragling</a:t>
            </a:r>
            <a:endParaRPr sz="4000" b="1">
              <a:latin typeface="Arial"/>
              <a:ea typeface="Arial"/>
              <a:cs typeface="Arial"/>
              <a:sym typeface="Arial"/>
            </a:endParaRPr>
          </a:p>
        </p:txBody>
      </p:sp>
      <p:pic>
        <p:nvPicPr>
          <p:cNvPr id="251" name="Google Shape;251;g3d5ef1df67e_0_69"/>
          <p:cNvPicPr preferRelativeResize="0"/>
          <p:nvPr/>
        </p:nvPicPr>
        <p:blipFill rotWithShape="1">
          <a:blip r:embed="rId3">
            <a:alphaModFix/>
          </a:blip>
          <a:srcRect/>
          <a:stretch/>
        </p:blipFill>
        <p:spPr>
          <a:xfrm>
            <a:off x="13219202" y="2300477"/>
            <a:ext cx="1754993" cy="1754993"/>
          </a:xfrm>
          <a:prstGeom prst="rect">
            <a:avLst/>
          </a:prstGeom>
          <a:noFill/>
          <a:ln>
            <a:noFill/>
          </a:ln>
        </p:spPr>
      </p:pic>
      <p:cxnSp>
        <p:nvCxnSpPr>
          <p:cNvPr id="252" name="Google Shape;252;g3d5ef1df67e_0_69"/>
          <p:cNvCxnSpPr/>
          <p:nvPr/>
        </p:nvCxnSpPr>
        <p:spPr>
          <a:xfrm>
            <a:off x="424707" y="5119185"/>
            <a:ext cx="11342700" cy="0"/>
          </a:xfrm>
          <a:prstGeom prst="straightConnector1">
            <a:avLst/>
          </a:prstGeom>
          <a:noFill/>
          <a:ln w="10000" cap="flat" cmpd="sng">
            <a:solidFill>
              <a:schemeClr val="accent1"/>
            </a:solidFill>
            <a:prstDash val="solid"/>
            <a:round/>
            <a:headEnd type="none" w="sm" len="sm"/>
            <a:tailEnd type="none" w="sm" len="sm"/>
          </a:ln>
        </p:spPr>
      </p:cxnSp>
      <p:pic>
        <p:nvPicPr>
          <p:cNvPr id="253" name="Google Shape;253;g3d5ef1df67e_0_69"/>
          <p:cNvPicPr preferRelativeResize="0"/>
          <p:nvPr/>
        </p:nvPicPr>
        <p:blipFill rotWithShape="1">
          <a:blip r:embed="rId4">
            <a:alphaModFix/>
          </a:blip>
          <a:srcRect/>
          <a:stretch/>
        </p:blipFill>
        <p:spPr>
          <a:xfrm>
            <a:off x="9918800" y="385675"/>
            <a:ext cx="1686789" cy="498301"/>
          </a:xfrm>
          <a:prstGeom prst="rect">
            <a:avLst/>
          </a:prstGeom>
          <a:noFill/>
          <a:ln>
            <a:noFill/>
          </a:ln>
        </p:spPr>
      </p:pic>
      <p:sp>
        <p:nvSpPr>
          <p:cNvPr id="254" name="Google Shape;254;g3d5ef1df67e_0_69"/>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pic>
        <p:nvPicPr>
          <p:cNvPr id="255" name="Google Shape;255;g3d5ef1df67e_0_69"/>
          <p:cNvPicPr preferRelativeResize="0"/>
          <p:nvPr/>
        </p:nvPicPr>
        <p:blipFill>
          <a:blip r:embed="rId5">
            <a:alphaModFix/>
          </a:blip>
          <a:stretch>
            <a:fillRect/>
          </a:stretch>
        </p:blipFill>
        <p:spPr>
          <a:xfrm>
            <a:off x="4454662" y="1633952"/>
            <a:ext cx="3282775" cy="21867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g3d5ef1df67e_0_60"/>
          <p:cNvSpPr txBox="1">
            <a:spLocks noGrp="1"/>
          </p:cNvSpPr>
          <p:nvPr>
            <p:ph type="title"/>
          </p:nvPr>
        </p:nvSpPr>
        <p:spPr>
          <a:xfrm>
            <a:off x="1472325" y="510325"/>
            <a:ext cx="8234100" cy="808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r>
              <a:rPr lang="en-US" sz="3000" b="1">
                <a:solidFill>
                  <a:srgbClr val="382D7B"/>
                </a:solidFill>
                <a:latin typeface="Arial"/>
                <a:ea typeface="Arial"/>
                <a:cs typeface="Arial"/>
                <a:sym typeface="Arial"/>
              </a:rPr>
              <a:t>Selected Data Source and Dataset Summary</a:t>
            </a:r>
            <a:endParaRPr sz="3000" b="1">
              <a:solidFill>
                <a:srgbClr val="382D7B"/>
              </a:solidFill>
              <a:latin typeface="Arial"/>
              <a:ea typeface="Arial"/>
              <a:cs typeface="Arial"/>
              <a:sym typeface="Arial"/>
            </a:endParaRPr>
          </a:p>
        </p:txBody>
      </p:sp>
      <p:cxnSp>
        <p:nvCxnSpPr>
          <p:cNvPr id="262" name="Google Shape;262;g3d5ef1df67e_0_60"/>
          <p:cNvCxnSpPr/>
          <p:nvPr/>
        </p:nvCxnSpPr>
        <p:spPr>
          <a:xfrm>
            <a:off x="424657" y="1254435"/>
            <a:ext cx="11342700" cy="0"/>
          </a:xfrm>
          <a:prstGeom prst="straightConnector1">
            <a:avLst/>
          </a:prstGeom>
          <a:noFill/>
          <a:ln w="10000" cap="flat" cmpd="sng">
            <a:solidFill>
              <a:schemeClr val="accent1"/>
            </a:solidFill>
            <a:prstDash val="solid"/>
            <a:round/>
            <a:headEnd type="none" w="sm" len="sm"/>
            <a:tailEnd type="none" w="sm" len="sm"/>
          </a:ln>
        </p:spPr>
      </p:cxnSp>
      <p:pic>
        <p:nvPicPr>
          <p:cNvPr id="263" name="Google Shape;263;g3d5ef1df67e_0_60"/>
          <p:cNvPicPr preferRelativeResize="0"/>
          <p:nvPr/>
        </p:nvPicPr>
        <p:blipFill rotWithShape="1">
          <a:blip r:embed="rId3">
            <a:alphaModFix/>
          </a:blip>
          <a:srcRect/>
          <a:stretch/>
        </p:blipFill>
        <p:spPr>
          <a:xfrm>
            <a:off x="9918800" y="385675"/>
            <a:ext cx="1686789" cy="498301"/>
          </a:xfrm>
          <a:prstGeom prst="rect">
            <a:avLst/>
          </a:prstGeom>
          <a:noFill/>
          <a:ln>
            <a:noFill/>
          </a:ln>
        </p:spPr>
      </p:pic>
      <p:sp>
        <p:nvSpPr>
          <p:cNvPr id="264" name="Google Shape;264;g3d5ef1df67e_0_60"/>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pic>
        <p:nvPicPr>
          <p:cNvPr id="265" name="Google Shape;265;g3d5ef1df67e_0_60" title="data_summary_new (1).png"/>
          <p:cNvPicPr preferRelativeResize="0"/>
          <p:nvPr/>
        </p:nvPicPr>
        <p:blipFill rotWithShape="1">
          <a:blip r:embed="rId4">
            <a:alphaModFix/>
          </a:blip>
          <a:srcRect l="100" r="110"/>
          <a:stretch/>
        </p:blipFill>
        <p:spPr>
          <a:xfrm>
            <a:off x="2682362" y="1386251"/>
            <a:ext cx="6827275" cy="47704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g3d5ef1df67e_0_80"/>
          <p:cNvSpPr txBox="1">
            <a:spLocks noGrp="1"/>
          </p:cNvSpPr>
          <p:nvPr>
            <p:ph type="title"/>
          </p:nvPr>
        </p:nvSpPr>
        <p:spPr>
          <a:xfrm>
            <a:off x="1472325" y="510325"/>
            <a:ext cx="8234100" cy="808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r>
              <a:rPr lang="en-US" sz="3000" b="1">
                <a:solidFill>
                  <a:srgbClr val="382D7B"/>
                </a:solidFill>
                <a:latin typeface="Arial"/>
                <a:ea typeface="Arial"/>
                <a:cs typeface="Arial"/>
                <a:sym typeface="Arial"/>
              </a:rPr>
              <a:t>Dataset Pivote</a:t>
            </a:r>
            <a:endParaRPr sz="3000" b="1">
              <a:solidFill>
                <a:srgbClr val="382D7B"/>
              </a:solidFill>
              <a:latin typeface="Arial"/>
              <a:ea typeface="Arial"/>
              <a:cs typeface="Arial"/>
              <a:sym typeface="Arial"/>
            </a:endParaRPr>
          </a:p>
        </p:txBody>
      </p:sp>
      <p:cxnSp>
        <p:nvCxnSpPr>
          <p:cNvPr id="272" name="Google Shape;272;g3d5ef1df67e_0_80"/>
          <p:cNvCxnSpPr/>
          <p:nvPr/>
        </p:nvCxnSpPr>
        <p:spPr>
          <a:xfrm>
            <a:off x="424657" y="1254435"/>
            <a:ext cx="11342700" cy="0"/>
          </a:xfrm>
          <a:prstGeom prst="straightConnector1">
            <a:avLst/>
          </a:prstGeom>
          <a:noFill/>
          <a:ln w="10000" cap="flat" cmpd="sng">
            <a:solidFill>
              <a:schemeClr val="accent1"/>
            </a:solidFill>
            <a:prstDash val="solid"/>
            <a:round/>
            <a:headEnd type="none" w="sm" len="sm"/>
            <a:tailEnd type="none" w="sm" len="sm"/>
          </a:ln>
        </p:spPr>
      </p:cxnSp>
      <p:pic>
        <p:nvPicPr>
          <p:cNvPr id="273" name="Google Shape;273;g3d5ef1df67e_0_80"/>
          <p:cNvPicPr preferRelativeResize="0"/>
          <p:nvPr/>
        </p:nvPicPr>
        <p:blipFill rotWithShape="1">
          <a:blip r:embed="rId3">
            <a:alphaModFix/>
          </a:blip>
          <a:srcRect/>
          <a:stretch/>
        </p:blipFill>
        <p:spPr>
          <a:xfrm>
            <a:off x="9918800" y="385675"/>
            <a:ext cx="1686789" cy="498301"/>
          </a:xfrm>
          <a:prstGeom prst="rect">
            <a:avLst/>
          </a:prstGeom>
          <a:noFill/>
          <a:ln>
            <a:noFill/>
          </a:ln>
        </p:spPr>
      </p:pic>
      <p:sp>
        <p:nvSpPr>
          <p:cNvPr id="274" name="Google Shape;274;g3d5ef1df67e_0_80"/>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pic>
        <p:nvPicPr>
          <p:cNvPr id="275" name="Google Shape;275;g3d5ef1df67e_0_80" title="dataset_pivot_with (1).png"/>
          <p:cNvPicPr preferRelativeResize="0"/>
          <p:nvPr/>
        </p:nvPicPr>
        <p:blipFill>
          <a:blip r:embed="rId4">
            <a:alphaModFix/>
          </a:blip>
          <a:stretch>
            <a:fillRect/>
          </a:stretch>
        </p:blipFill>
        <p:spPr>
          <a:xfrm>
            <a:off x="1507438" y="1952183"/>
            <a:ext cx="9177124" cy="363858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g3d5ef1df67e_0_90"/>
          <p:cNvSpPr txBox="1">
            <a:spLocks noGrp="1"/>
          </p:cNvSpPr>
          <p:nvPr>
            <p:ph type="title"/>
          </p:nvPr>
        </p:nvSpPr>
        <p:spPr>
          <a:xfrm>
            <a:off x="1472325" y="510325"/>
            <a:ext cx="8234100" cy="808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r>
              <a:rPr lang="en-US" sz="3000" b="1">
                <a:solidFill>
                  <a:srgbClr val="382D7B"/>
                </a:solidFill>
                <a:latin typeface="Arial"/>
                <a:ea typeface="Arial"/>
                <a:cs typeface="Arial"/>
                <a:sym typeface="Arial"/>
              </a:rPr>
              <a:t>Water Quality Index Model Implementation</a:t>
            </a:r>
            <a:endParaRPr sz="3000" b="1">
              <a:solidFill>
                <a:srgbClr val="382D7B"/>
              </a:solidFill>
              <a:latin typeface="Arial"/>
              <a:ea typeface="Arial"/>
              <a:cs typeface="Arial"/>
              <a:sym typeface="Arial"/>
            </a:endParaRPr>
          </a:p>
        </p:txBody>
      </p:sp>
      <p:cxnSp>
        <p:nvCxnSpPr>
          <p:cNvPr id="282" name="Google Shape;282;g3d5ef1df67e_0_90"/>
          <p:cNvCxnSpPr/>
          <p:nvPr/>
        </p:nvCxnSpPr>
        <p:spPr>
          <a:xfrm>
            <a:off x="424657" y="1254435"/>
            <a:ext cx="11342700" cy="0"/>
          </a:xfrm>
          <a:prstGeom prst="straightConnector1">
            <a:avLst/>
          </a:prstGeom>
          <a:noFill/>
          <a:ln w="10000" cap="flat" cmpd="sng">
            <a:solidFill>
              <a:schemeClr val="accent1"/>
            </a:solidFill>
            <a:prstDash val="solid"/>
            <a:round/>
            <a:headEnd type="none" w="sm" len="sm"/>
            <a:tailEnd type="none" w="sm" len="sm"/>
          </a:ln>
        </p:spPr>
      </p:cxnSp>
      <p:pic>
        <p:nvPicPr>
          <p:cNvPr id="283" name="Google Shape;283;g3d5ef1df67e_0_90"/>
          <p:cNvPicPr preferRelativeResize="0"/>
          <p:nvPr/>
        </p:nvPicPr>
        <p:blipFill rotWithShape="1">
          <a:blip r:embed="rId3">
            <a:alphaModFix/>
          </a:blip>
          <a:srcRect/>
          <a:stretch/>
        </p:blipFill>
        <p:spPr>
          <a:xfrm>
            <a:off x="9918800" y="385675"/>
            <a:ext cx="1686789" cy="498301"/>
          </a:xfrm>
          <a:prstGeom prst="rect">
            <a:avLst/>
          </a:prstGeom>
          <a:noFill/>
          <a:ln>
            <a:noFill/>
          </a:ln>
        </p:spPr>
      </p:pic>
      <p:sp>
        <p:nvSpPr>
          <p:cNvPr id="284" name="Google Shape;284;g3d5ef1df67e_0_90"/>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
        <p:nvSpPr>
          <p:cNvPr id="285" name="Google Shape;285;g3d5ef1df67e_0_90"/>
          <p:cNvSpPr txBox="1">
            <a:spLocks noGrp="1"/>
          </p:cNvSpPr>
          <p:nvPr>
            <p:ph type="body" idx="4294967295"/>
          </p:nvPr>
        </p:nvSpPr>
        <p:spPr>
          <a:xfrm>
            <a:off x="1159550" y="1534599"/>
            <a:ext cx="9873000" cy="4572900"/>
          </a:xfrm>
          <a:prstGeom prst="rect">
            <a:avLst/>
          </a:prstGeom>
          <a:noFill/>
          <a:ln>
            <a:noFill/>
          </a:ln>
        </p:spPr>
        <p:txBody>
          <a:bodyPr spcFirstLastPara="1" wrap="square" lIns="91425" tIns="45700" rIns="91425" bIns="45700" anchor="t" anchorCtr="0">
            <a:noAutofit/>
          </a:bodyPr>
          <a:lstStyle/>
          <a:p>
            <a:pPr marL="457200" lvl="0" indent="-336550" algn="l" rtl="0">
              <a:lnSpc>
                <a:spcPct val="150000"/>
              </a:lnSpc>
              <a:spcBef>
                <a:spcPts val="0"/>
              </a:spcBef>
              <a:spcAft>
                <a:spcPts val="0"/>
              </a:spcAft>
              <a:buSzPts val="1700"/>
              <a:buFont typeface="Arial"/>
              <a:buChar char="●"/>
            </a:pPr>
            <a:r>
              <a:rPr lang="en-US" sz="1700" b="1">
                <a:latin typeface="Arial"/>
                <a:ea typeface="Arial"/>
                <a:cs typeface="Arial"/>
                <a:sym typeface="Arial"/>
              </a:rPr>
              <a:t>Selected Water Quality Index Models:</a:t>
            </a:r>
            <a:endParaRPr sz="1700" b="1">
              <a:latin typeface="Arial"/>
              <a:ea typeface="Arial"/>
              <a:cs typeface="Arial"/>
              <a:sym typeface="Arial"/>
            </a:endParaRPr>
          </a:p>
          <a:p>
            <a:pPr marL="914400" lvl="1" indent="-336550" algn="l" rtl="0">
              <a:lnSpc>
                <a:spcPct val="150000"/>
              </a:lnSpc>
              <a:spcBef>
                <a:spcPts val="0"/>
              </a:spcBef>
              <a:spcAft>
                <a:spcPts val="0"/>
              </a:spcAft>
              <a:buSzPts val="1700"/>
              <a:buFont typeface="Arial"/>
              <a:buChar char="○"/>
            </a:pPr>
            <a:r>
              <a:rPr lang="en-US" sz="1700">
                <a:latin typeface="Arial"/>
                <a:ea typeface="Arial"/>
                <a:cs typeface="Arial"/>
                <a:sym typeface="Arial"/>
              </a:rPr>
              <a:t>Drinking Water Quality Index (DWQI) - Drinking and Household Purpose</a:t>
            </a:r>
            <a:endParaRPr sz="1700">
              <a:latin typeface="Arial"/>
              <a:ea typeface="Arial"/>
              <a:cs typeface="Arial"/>
              <a:sym typeface="Arial"/>
            </a:endParaRPr>
          </a:p>
          <a:p>
            <a:pPr marL="914400" lvl="1" indent="-336550" algn="l" rtl="0">
              <a:lnSpc>
                <a:spcPct val="150000"/>
              </a:lnSpc>
              <a:spcBef>
                <a:spcPts val="0"/>
              </a:spcBef>
              <a:spcAft>
                <a:spcPts val="0"/>
              </a:spcAft>
              <a:buSzPts val="1700"/>
              <a:buFont typeface="Arial"/>
              <a:buChar char="○"/>
            </a:pPr>
            <a:r>
              <a:rPr lang="en-US" sz="1700">
                <a:latin typeface="Arial"/>
                <a:ea typeface="Arial"/>
                <a:cs typeface="Arial"/>
                <a:sym typeface="Arial"/>
              </a:rPr>
              <a:t>Aquaculture Water Quality Index (AWQI) - Fisheries, Lake, Water Species</a:t>
            </a:r>
            <a:endParaRPr sz="1700">
              <a:latin typeface="Arial"/>
              <a:ea typeface="Arial"/>
              <a:cs typeface="Arial"/>
              <a:sym typeface="Arial"/>
            </a:endParaRPr>
          </a:p>
          <a:p>
            <a:pPr marL="914400" lvl="1" indent="-336550" algn="l" rtl="0">
              <a:lnSpc>
                <a:spcPct val="150000"/>
              </a:lnSpc>
              <a:spcBef>
                <a:spcPts val="0"/>
              </a:spcBef>
              <a:spcAft>
                <a:spcPts val="0"/>
              </a:spcAft>
              <a:buSzPts val="1700"/>
              <a:buFont typeface="Arial"/>
              <a:buChar char="○"/>
            </a:pPr>
            <a:r>
              <a:rPr lang="en-US" sz="1700">
                <a:latin typeface="Arial"/>
                <a:ea typeface="Arial"/>
                <a:cs typeface="Arial"/>
                <a:sym typeface="Arial"/>
              </a:rPr>
              <a:t>Irrigation Water Quality Index (IWQI) - Agricultural and Irrigation Purpose</a:t>
            </a:r>
            <a:endParaRPr sz="1700">
              <a:latin typeface="Arial"/>
              <a:ea typeface="Arial"/>
              <a:cs typeface="Arial"/>
              <a:sym typeface="Arial"/>
            </a:endParaRPr>
          </a:p>
          <a:p>
            <a:pPr marL="914400" lvl="1" indent="-336550" algn="l" rtl="0">
              <a:lnSpc>
                <a:spcPct val="150000"/>
              </a:lnSpc>
              <a:spcBef>
                <a:spcPts val="0"/>
              </a:spcBef>
              <a:spcAft>
                <a:spcPts val="0"/>
              </a:spcAft>
              <a:buSzPts val="1700"/>
              <a:buFont typeface="Arial"/>
              <a:buChar char="○"/>
            </a:pPr>
            <a:r>
              <a:rPr lang="en-US" sz="1700">
                <a:latin typeface="Arial"/>
                <a:ea typeface="Arial"/>
                <a:cs typeface="Arial"/>
                <a:sym typeface="Arial"/>
              </a:rPr>
              <a:t>Industrial Water Quality Index (IndWQI) - Industry Purpose</a:t>
            </a:r>
            <a:endParaRPr sz="1700">
              <a:latin typeface="Arial"/>
              <a:ea typeface="Arial"/>
              <a:cs typeface="Arial"/>
              <a:sym typeface="Arial"/>
            </a:endParaRPr>
          </a:p>
          <a:p>
            <a:pPr marL="457200" lvl="0" indent="-336550" algn="l" rtl="0">
              <a:lnSpc>
                <a:spcPct val="150000"/>
              </a:lnSpc>
              <a:spcBef>
                <a:spcPts val="0"/>
              </a:spcBef>
              <a:spcAft>
                <a:spcPts val="0"/>
              </a:spcAft>
              <a:buSzPts val="1700"/>
              <a:buFont typeface="Arial"/>
              <a:buChar char="●"/>
            </a:pPr>
            <a:r>
              <a:rPr lang="en-US" sz="1700" b="1">
                <a:latin typeface="Arial"/>
                <a:ea typeface="Arial"/>
                <a:cs typeface="Arial"/>
                <a:sym typeface="Arial"/>
              </a:rPr>
              <a:t>WQI Implementation Phases:</a:t>
            </a:r>
            <a:endParaRPr sz="1700" b="1">
              <a:latin typeface="Arial"/>
              <a:ea typeface="Arial"/>
              <a:cs typeface="Arial"/>
              <a:sym typeface="Arial"/>
            </a:endParaRPr>
          </a:p>
          <a:p>
            <a:pPr marL="914400" lvl="1" indent="-336550" algn="l" rtl="0">
              <a:lnSpc>
                <a:spcPct val="150000"/>
              </a:lnSpc>
              <a:spcBef>
                <a:spcPts val="0"/>
              </a:spcBef>
              <a:spcAft>
                <a:spcPts val="0"/>
              </a:spcAft>
              <a:buSzPts val="1700"/>
              <a:buFont typeface="Arial"/>
              <a:buChar char="○"/>
            </a:pPr>
            <a:r>
              <a:rPr lang="en-US" sz="1700">
                <a:latin typeface="Arial"/>
                <a:ea typeface="Arial"/>
                <a:cs typeface="Arial"/>
                <a:sym typeface="Arial"/>
              </a:rPr>
              <a:t>Parameter Selection</a:t>
            </a:r>
            <a:endParaRPr sz="1700">
              <a:latin typeface="Arial"/>
              <a:ea typeface="Arial"/>
              <a:cs typeface="Arial"/>
              <a:sym typeface="Arial"/>
            </a:endParaRPr>
          </a:p>
          <a:p>
            <a:pPr marL="914400" lvl="1" indent="-336550" algn="l" rtl="0">
              <a:lnSpc>
                <a:spcPct val="150000"/>
              </a:lnSpc>
              <a:spcBef>
                <a:spcPts val="0"/>
              </a:spcBef>
              <a:spcAft>
                <a:spcPts val="0"/>
              </a:spcAft>
              <a:buSzPts val="1700"/>
              <a:buFont typeface="Arial"/>
              <a:buChar char="○"/>
            </a:pPr>
            <a:r>
              <a:rPr lang="en-US" sz="1700">
                <a:latin typeface="Arial"/>
                <a:ea typeface="Arial"/>
                <a:cs typeface="Arial"/>
                <a:sym typeface="Arial"/>
              </a:rPr>
              <a:t>Sub-index Calculation</a:t>
            </a:r>
            <a:endParaRPr sz="1700">
              <a:latin typeface="Arial"/>
              <a:ea typeface="Arial"/>
              <a:cs typeface="Arial"/>
              <a:sym typeface="Arial"/>
            </a:endParaRPr>
          </a:p>
          <a:p>
            <a:pPr marL="914400" lvl="1" indent="-336550" algn="l" rtl="0">
              <a:lnSpc>
                <a:spcPct val="150000"/>
              </a:lnSpc>
              <a:spcBef>
                <a:spcPts val="0"/>
              </a:spcBef>
              <a:spcAft>
                <a:spcPts val="0"/>
              </a:spcAft>
              <a:buSzPts val="1700"/>
              <a:buFont typeface="Arial"/>
              <a:buChar char="○"/>
            </a:pPr>
            <a:r>
              <a:rPr lang="en-US" sz="1700">
                <a:latin typeface="Arial"/>
                <a:ea typeface="Arial"/>
                <a:cs typeface="Arial"/>
                <a:sym typeface="Arial"/>
              </a:rPr>
              <a:t>Parameter Weighting</a:t>
            </a:r>
            <a:endParaRPr sz="1700">
              <a:latin typeface="Arial"/>
              <a:ea typeface="Arial"/>
              <a:cs typeface="Arial"/>
              <a:sym typeface="Arial"/>
            </a:endParaRPr>
          </a:p>
          <a:p>
            <a:pPr marL="914400" lvl="1" indent="-336550" algn="l" rtl="0">
              <a:lnSpc>
                <a:spcPct val="150000"/>
              </a:lnSpc>
              <a:spcBef>
                <a:spcPts val="0"/>
              </a:spcBef>
              <a:spcAft>
                <a:spcPts val="0"/>
              </a:spcAft>
              <a:buSzPts val="1700"/>
              <a:buFont typeface="Arial"/>
              <a:buChar char="○"/>
            </a:pPr>
            <a:r>
              <a:rPr lang="en-US" sz="1700">
                <a:latin typeface="Arial"/>
                <a:ea typeface="Arial"/>
                <a:cs typeface="Arial"/>
                <a:sym typeface="Arial"/>
              </a:rPr>
              <a:t>Aggregation Function</a:t>
            </a:r>
            <a:endParaRPr sz="1700">
              <a:latin typeface="Arial"/>
              <a:ea typeface="Arial"/>
              <a:cs typeface="Arial"/>
              <a:sym typeface="Arial"/>
            </a:endParaRPr>
          </a:p>
          <a:p>
            <a:pPr marL="914400" lvl="1" indent="-336550" algn="l" rtl="0">
              <a:lnSpc>
                <a:spcPct val="150000"/>
              </a:lnSpc>
              <a:spcBef>
                <a:spcPts val="0"/>
              </a:spcBef>
              <a:spcAft>
                <a:spcPts val="0"/>
              </a:spcAft>
              <a:buSzPts val="1700"/>
              <a:buFont typeface="Arial"/>
              <a:buChar char="○"/>
            </a:pPr>
            <a:r>
              <a:rPr lang="en-US" sz="1700">
                <a:latin typeface="Arial"/>
                <a:ea typeface="Arial"/>
                <a:cs typeface="Arial"/>
                <a:sym typeface="Arial"/>
              </a:rPr>
              <a:t>WQI Classification</a:t>
            </a:r>
            <a:endParaRPr sz="1700">
              <a:latin typeface="Arial"/>
              <a:ea typeface="Arial"/>
              <a:cs typeface="Arial"/>
              <a:sym typeface="Arial"/>
            </a:endParaRPr>
          </a:p>
          <a:p>
            <a:pPr marL="457200" lvl="0" indent="0" algn="l" rtl="0">
              <a:lnSpc>
                <a:spcPct val="115000"/>
              </a:lnSpc>
              <a:spcBef>
                <a:spcPts val="0"/>
              </a:spcBef>
              <a:spcAft>
                <a:spcPts val="0"/>
              </a:spcAft>
              <a:buNone/>
            </a:pPr>
            <a:endParaRPr sz="1700">
              <a:latin typeface="Arial"/>
              <a:ea typeface="Arial"/>
              <a:cs typeface="Arial"/>
              <a:sym typeface="Arial"/>
            </a:endParaRPr>
          </a:p>
        </p:txBody>
      </p:sp>
      <p:pic>
        <p:nvPicPr>
          <p:cNvPr id="286" name="Google Shape;286;g3d5ef1df67e_0_90"/>
          <p:cNvPicPr preferRelativeResize="0"/>
          <p:nvPr/>
        </p:nvPicPr>
        <p:blipFill>
          <a:blip r:embed="rId4">
            <a:alphaModFix/>
          </a:blip>
          <a:stretch>
            <a:fillRect/>
          </a:stretch>
        </p:blipFill>
        <p:spPr>
          <a:xfrm>
            <a:off x="7129850" y="3571100"/>
            <a:ext cx="4269225" cy="25363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g3d5e7119282_0_77"/>
          <p:cNvSpPr txBox="1">
            <a:spLocks noGrp="1"/>
          </p:cNvSpPr>
          <p:nvPr>
            <p:ph type="title"/>
          </p:nvPr>
        </p:nvSpPr>
        <p:spPr>
          <a:xfrm>
            <a:off x="2584800" y="4756900"/>
            <a:ext cx="7022400" cy="4983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1100"/>
              <a:buFont typeface="Arial"/>
              <a:buNone/>
            </a:pPr>
            <a:r>
              <a:rPr lang="en-US" sz="3400" b="1">
                <a:solidFill>
                  <a:srgbClr val="202122"/>
                </a:solidFill>
                <a:highlight>
                  <a:srgbClr val="FFFFFF"/>
                </a:highlight>
                <a:latin typeface="Arial"/>
                <a:ea typeface="Arial"/>
                <a:cs typeface="Arial"/>
                <a:sym typeface="Arial"/>
              </a:rPr>
              <a:t>Exploratory Data Analysis (EDA)</a:t>
            </a:r>
            <a:endParaRPr sz="3400"/>
          </a:p>
          <a:p>
            <a:pPr marL="0" lvl="0" indent="0" algn="ctr" rtl="0">
              <a:lnSpc>
                <a:spcPct val="90000"/>
              </a:lnSpc>
              <a:spcBef>
                <a:spcPts val="0"/>
              </a:spcBef>
              <a:spcAft>
                <a:spcPts val="0"/>
              </a:spcAft>
              <a:buClr>
                <a:schemeClr val="dk1"/>
              </a:buClr>
              <a:buSzPts val="4000"/>
              <a:buFont typeface="Arial"/>
              <a:buNone/>
            </a:pPr>
            <a:endParaRPr sz="4000" b="1">
              <a:latin typeface="Arial"/>
              <a:ea typeface="Arial"/>
              <a:cs typeface="Arial"/>
              <a:sym typeface="Arial"/>
            </a:endParaRPr>
          </a:p>
        </p:txBody>
      </p:sp>
      <p:pic>
        <p:nvPicPr>
          <p:cNvPr id="293" name="Google Shape;293;g3d5e7119282_0_77"/>
          <p:cNvPicPr preferRelativeResize="0"/>
          <p:nvPr/>
        </p:nvPicPr>
        <p:blipFill rotWithShape="1">
          <a:blip r:embed="rId3">
            <a:alphaModFix/>
          </a:blip>
          <a:srcRect/>
          <a:stretch/>
        </p:blipFill>
        <p:spPr>
          <a:xfrm>
            <a:off x="13219202" y="2300477"/>
            <a:ext cx="1754993" cy="1754993"/>
          </a:xfrm>
          <a:prstGeom prst="rect">
            <a:avLst/>
          </a:prstGeom>
          <a:noFill/>
          <a:ln>
            <a:noFill/>
          </a:ln>
        </p:spPr>
      </p:pic>
      <p:cxnSp>
        <p:nvCxnSpPr>
          <p:cNvPr id="294" name="Google Shape;294;g3d5e7119282_0_77"/>
          <p:cNvCxnSpPr/>
          <p:nvPr/>
        </p:nvCxnSpPr>
        <p:spPr>
          <a:xfrm>
            <a:off x="424707" y="5119185"/>
            <a:ext cx="11342700" cy="0"/>
          </a:xfrm>
          <a:prstGeom prst="straightConnector1">
            <a:avLst/>
          </a:prstGeom>
          <a:noFill/>
          <a:ln w="10000" cap="flat" cmpd="sng">
            <a:solidFill>
              <a:schemeClr val="accent1"/>
            </a:solidFill>
            <a:prstDash val="solid"/>
            <a:round/>
            <a:headEnd type="none" w="sm" len="sm"/>
            <a:tailEnd type="none" w="sm" len="sm"/>
          </a:ln>
        </p:spPr>
      </p:cxnSp>
      <p:pic>
        <p:nvPicPr>
          <p:cNvPr id="295" name="Google Shape;295;g3d5e7119282_0_77" descr="okay but make it like research papers reviews"/>
          <p:cNvPicPr preferRelativeResize="0"/>
          <p:nvPr/>
        </p:nvPicPr>
        <p:blipFill rotWithShape="1">
          <a:blip r:embed="rId4">
            <a:alphaModFix/>
          </a:blip>
          <a:srcRect/>
          <a:stretch/>
        </p:blipFill>
        <p:spPr>
          <a:xfrm>
            <a:off x="4716987" y="1798938"/>
            <a:ext cx="2758029" cy="2758052"/>
          </a:xfrm>
          <a:prstGeom prst="rect">
            <a:avLst/>
          </a:prstGeom>
          <a:noFill/>
          <a:ln>
            <a:noFill/>
          </a:ln>
        </p:spPr>
      </p:pic>
      <p:pic>
        <p:nvPicPr>
          <p:cNvPr id="296" name="Google Shape;296;g3d5e7119282_0_77"/>
          <p:cNvPicPr preferRelativeResize="0"/>
          <p:nvPr/>
        </p:nvPicPr>
        <p:blipFill rotWithShape="1">
          <a:blip r:embed="rId5">
            <a:alphaModFix/>
          </a:blip>
          <a:srcRect/>
          <a:stretch/>
        </p:blipFill>
        <p:spPr>
          <a:xfrm>
            <a:off x="9918800" y="385675"/>
            <a:ext cx="1686789" cy="498301"/>
          </a:xfrm>
          <a:prstGeom prst="rect">
            <a:avLst/>
          </a:prstGeom>
          <a:noFill/>
          <a:ln>
            <a:noFill/>
          </a:ln>
        </p:spPr>
      </p:pic>
      <p:sp>
        <p:nvSpPr>
          <p:cNvPr id="297" name="Google Shape;297;g3d5e7119282_0_77"/>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g3d5e7119282_0_48"/>
          <p:cNvSpPr txBox="1">
            <a:spLocks noGrp="1"/>
          </p:cNvSpPr>
          <p:nvPr>
            <p:ph type="sldNum" idx="12"/>
          </p:nvPr>
        </p:nvSpPr>
        <p:spPr>
          <a:xfrm>
            <a:off x="9329530" y="6223828"/>
            <a:ext cx="17061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pic>
        <p:nvPicPr>
          <p:cNvPr id="304" name="Google Shape;304;g3d5e7119282_0_48"/>
          <p:cNvPicPr preferRelativeResize="0"/>
          <p:nvPr/>
        </p:nvPicPr>
        <p:blipFill rotWithShape="1">
          <a:blip r:embed="rId3">
            <a:alphaModFix/>
          </a:blip>
          <a:srcRect/>
          <a:stretch/>
        </p:blipFill>
        <p:spPr>
          <a:xfrm>
            <a:off x="9918800" y="385675"/>
            <a:ext cx="1686789" cy="498301"/>
          </a:xfrm>
          <a:prstGeom prst="rect">
            <a:avLst/>
          </a:prstGeom>
          <a:noFill/>
          <a:ln>
            <a:noFill/>
          </a:ln>
        </p:spPr>
      </p:pic>
      <p:sp>
        <p:nvSpPr>
          <p:cNvPr id="305" name="Google Shape;305;g3d5e7119282_0_48"/>
          <p:cNvSpPr txBox="1">
            <a:spLocks noGrp="1"/>
          </p:cNvSpPr>
          <p:nvPr>
            <p:ph type="title"/>
          </p:nvPr>
        </p:nvSpPr>
        <p:spPr>
          <a:xfrm>
            <a:off x="854650" y="463675"/>
            <a:ext cx="9064200" cy="599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400" b="1">
                <a:solidFill>
                  <a:srgbClr val="202122"/>
                </a:solidFill>
                <a:highlight>
                  <a:srgbClr val="FFFFFF"/>
                </a:highlight>
                <a:latin typeface="Arial"/>
                <a:ea typeface="Arial"/>
                <a:cs typeface="Arial"/>
                <a:sym typeface="Arial"/>
              </a:rPr>
              <a:t>Data Details</a:t>
            </a:r>
            <a:endParaRPr sz="3400"/>
          </a:p>
        </p:txBody>
      </p:sp>
      <p:pic>
        <p:nvPicPr>
          <p:cNvPr id="306" name="Google Shape;306;g3d5e7119282_0_48" title="old des table.png"/>
          <p:cNvPicPr preferRelativeResize="0"/>
          <p:nvPr/>
        </p:nvPicPr>
        <p:blipFill>
          <a:blip r:embed="rId4">
            <a:alphaModFix/>
          </a:blip>
          <a:stretch>
            <a:fillRect/>
          </a:stretch>
        </p:blipFill>
        <p:spPr>
          <a:xfrm>
            <a:off x="1461800" y="1215475"/>
            <a:ext cx="9268398" cy="485595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g3d5e7119282_0_39"/>
          <p:cNvSpPr txBox="1">
            <a:spLocks noGrp="1"/>
          </p:cNvSpPr>
          <p:nvPr>
            <p:ph type="title"/>
          </p:nvPr>
        </p:nvSpPr>
        <p:spPr>
          <a:xfrm>
            <a:off x="854600" y="593975"/>
            <a:ext cx="9064200" cy="599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400" b="1">
                <a:solidFill>
                  <a:srgbClr val="202122"/>
                </a:solidFill>
                <a:highlight>
                  <a:srgbClr val="FFFFFF"/>
                </a:highlight>
                <a:latin typeface="Arial"/>
                <a:ea typeface="Arial"/>
                <a:cs typeface="Arial"/>
                <a:sym typeface="Arial"/>
              </a:rPr>
              <a:t>Data Description and Summary</a:t>
            </a:r>
            <a:endParaRPr sz="3400"/>
          </a:p>
        </p:txBody>
      </p:sp>
      <p:sp>
        <p:nvSpPr>
          <p:cNvPr id="313" name="Google Shape;313;g3d5e7119282_0_39"/>
          <p:cNvSpPr txBox="1">
            <a:spLocks noGrp="1"/>
          </p:cNvSpPr>
          <p:nvPr>
            <p:ph type="sldNum" idx="12"/>
          </p:nvPr>
        </p:nvSpPr>
        <p:spPr>
          <a:xfrm>
            <a:off x="9329530" y="6223828"/>
            <a:ext cx="17061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21</a:t>
            </a:fld>
            <a:endParaRPr/>
          </a:p>
        </p:txBody>
      </p:sp>
      <p:pic>
        <p:nvPicPr>
          <p:cNvPr id="314" name="Google Shape;314;g3d5e7119282_0_39"/>
          <p:cNvPicPr preferRelativeResize="0"/>
          <p:nvPr/>
        </p:nvPicPr>
        <p:blipFill rotWithShape="1">
          <a:blip r:embed="rId3">
            <a:alphaModFix/>
          </a:blip>
          <a:srcRect/>
          <a:stretch/>
        </p:blipFill>
        <p:spPr>
          <a:xfrm>
            <a:off x="9918800" y="385675"/>
            <a:ext cx="1686789" cy="498301"/>
          </a:xfrm>
          <a:prstGeom prst="rect">
            <a:avLst/>
          </a:prstGeom>
          <a:noFill/>
          <a:ln>
            <a:noFill/>
          </a:ln>
        </p:spPr>
      </p:pic>
      <p:pic>
        <p:nvPicPr>
          <p:cNvPr id="315" name="Google Shape;315;g3d5e7119282_0_39" title="data_description2.png"/>
          <p:cNvPicPr preferRelativeResize="0"/>
          <p:nvPr/>
        </p:nvPicPr>
        <p:blipFill>
          <a:blip r:embed="rId4">
            <a:alphaModFix/>
          </a:blip>
          <a:stretch>
            <a:fillRect/>
          </a:stretch>
        </p:blipFill>
        <p:spPr>
          <a:xfrm>
            <a:off x="371325" y="2407437"/>
            <a:ext cx="11234273" cy="22929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g3d5e7119282_0_87"/>
          <p:cNvSpPr txBox="1">
            <a:spLocks noGrp="1"/>
          </p:cNvSpPr>
          <p:nvPr>
            <p:ph type="title"/>
          </p:nvPr>
        </p:nvSpPr>
        <p:spPr>
          <a:xfrm>
            <a:off x="854650" y="463675"/>
            <a:ext cx="9064200" cy="599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400" b="1">
                <a:solidFill>
                  <a:srgbClr val="202122"/>
                </a:solidFill>
                <a:highlight>
                  <a:srgbClr val="FFFFFF"/>
                </a:highlight>
                <a:latin typeface="Arial"/>
                <a:ea typeface="Arial"/>
                <a:cs typeface="Arial"/>
                <a:sym typeface="Arial"/>
              </a:rPr>
              <a:t>Violin Plot of the Raw Dataset</a:t>
            </a:r>
            <a:endParaRPr sz="3400"/>
          </a:p>
        </p:txBody>
      </p:sp>
      <p:sp>
        <p:nvSpPr>
          <p:cNvPr id="322" name="Google Shape;322;g3d5e7119282_0_87"/>
          <p:cNvSpPr txBox="1">
            <a:spLocks noGrp="1"/>
          </p:cNvSpPr>
          <p:nvPr>
            <p:ph type="sldNum" idx="12"/>
          </p:nvPr>
        </p:nvSpPr>
        <p:spPr>
          <a:xfrm>
            <a:off x="9329530" y="6223828"/>
            <a:ext cx="17061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pic>
        <p:nvPicPr>
          <p:cNvPr id="323" name="Google Shape;323;g3d5e7119282_0_87"/>
          <p:cNvPicPr preferRelativeResize="0"/>
          <p:nvPr/>
        </p:nvPicPr>
        <p:blipFill rotWithShape="1">
          <a:blip r:embed="rId3">
            <a:alphaModFix/>
          </a:blip>
          <a:srcRect/>
          <a:stretch/>
        </p:blipFill>
        <p:spPr>
          <a:xfrm>
            <a:off x="9918800" y="385675"/>
            <a:ext cx="1686789" cy="498301"/>
          </a:xfrm>
          <a:prstGeom prst="rect">
            <a:avLst/>
          </a:prstGeom>
          <a:noFill/>
          <a:ln>
            <a:noFill/>
          </a:ln>
        </p:spPr>
      </p:pic>
      <p:pic>
        <p:nvPicPr>
          <p:cNvPr id="324" name="Google Shape;324;g3d5e7119282_0_87" title="violin plot .png"/>
          <p:cNvPicPr preferRelativeResize="0"/>
          <p:nvPr/>
        </p:nvPicPr>
        <p:blipFill>
          <a:blip r:embed="rId4">
            <a:alphaModFix/>
          </a:blip>
          <a:stretch>
            <a:fillRect/>
          </a:stretch>
        </p:blipFill>
        <p:spPr>
          <a:xfrm>
            <a:off x="1121700" y="1215475"/>
            <a:ext cx="9152548" cy="485595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g3d5e7119282_0_55"/>
          <p:cNvSpPr txBox="1">
            <a:spLocks noGrp="1"/>
          </p:cNvSpPr>
          <p:nvPr>
            <p:ph type="title"/>
          </p:nvPr>
        </p:nvSpPr>
        <p:spPr>
          <a:xfrm rot="-5400000">
            <a:off x="-858275" y="3007050"/>
            <a:ext cx="5669100" cy="599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3400" b="1">
                <a:solidFill>
                  <a:srgbClr val="202122"/>
                </a:solidFill>
                <a:highlight>
                  <a:srgbClr val="FFFFFF"/>
                </a:highlight>
                <a:latin typeface="Arial"/>
                <a:ea typeface="Arial"/>
                <a:cs typeface="Arial"/>
                <a:sym typeface="Arial"/>
              </a:rPr>
              <a:t>Feature Correlation </a:t>
            </a:r>
            <a:endParaRPr sz="3400"/>
          </a:p>
        </p:txBody>
      </p:sp>
      <p:sp>
        <p:nvSpPr>
          <p:cNvPr id="331" name="Google Shape;331;g3d5e7119282_0_55"/>
          <p:cNvSpPr txBox="1">
            <a:spLocks noGrp="1"/>
          </p:cNvSpPr>
          <p:nvPr>
            <p:ph type="sldNum" idx="12"/>
          </p:nvPr>
        </p:nvSpPr>
        <p:spPr>
          <a:xfrm>
            <a:off x="9329530" y="6223828"/>
            <a:ext cx="17061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pic>
        <p:nvPicPr>
          <p:cNvPr id="332" name="Google Shape;332;g3d5e7119282_0_55"/>
          <p:cNvPicPr preferRelativeResize="0"/>
          <p:nvPr/>
        </p:nvPicPr>
        <p:blipFill rotWithShape="1">
          <a:blip r:embed="rId3">
            <a:alphaModFix/>
          </a:blip>
          <a:srcRect/>
          <a:stretch/>
        </p:blipFill>
        <p:spPr>
          <a:xfrm>
            <a:off x="9918800" y="385675"/>
            <a:ext cx="1686789" cy="498301"/>
          </a:xfrm>
          <a:prstGeom prst="rect">
            <a:avLst/>
          </a:prstGeom>
          <a:noFill/>
          <a:ln>
            <a:noFill/>
          </a:ln>
        </p:spPr>
      </p:pic>
      <p:pic>
        <p:nvPicPr>
          <p:cNvPr id="333" name="Google Shape;333;g3d5e7119282_0_55" title="corr.png"/>
          <p:cNvPicPr preferRelativeResize="0"/>
          <p:nvPr/>
        </p:nvPicPr>
        <p:blipFill>
          <a:blip r:embed="rId4">
            <a:alphaModFix/>
          </a:blip>
          <a:stretch>
            <a:fillRect/>
          </a:stretch>
        </p:blipFill>
        <p:spPr>
          <a:xfrm>
            <a:off x="2965826" y="452338"/>
            <a:ext cx="6363700" cy="595332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g3d5e7119282_0_62"/>
          <p:cNvSpPr txBox="1">
            <a:spLocks noGrp="1"/>
          </p:cNvSpPr>
          <p:nvPr>
            <p:ph type="title"/>
          </p:nvPr>
        </p:nvSpPr>
        <p:spPr>
          <a:xfrm>
            <a:off x="559575" y="999550"/>
            <a:ext cx="10293000" cy="6606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SzPts val="990"/>
              <a:buNone/>
            </a:pPr>
            <a:r>
              <a:rPr lang="en-US" sz="2860" b="1">
                <a:solidFill>
                  <a:srgbClr val="202122"/>
                </a:solidFill>
                <a:highlight>
                  <a:srgbClr val="FFFFFF"/>
                </a:highlight>
                <a:latin typeface="Arial"/>
                <a:ea typeface="Arial"/>
                <a:cs typeface="Arial"/>
                <a:sym typeface="Arial"/>
              </a:rPr>
              <a:t>Dataset before Removing and after Removing  Outliers</a:t>
            </a:r>
            <a:endParaRPr sz="2860"/>
          </a:p>
        </p:txBody>
      </p:sp>
      <p:sp>
        <p:nvSpPr>
          <p:cNvPr id="340" name="Google Shape;340;g3d5e7119282_0_62"/>
          <p:cNvSpPr txBox="1">
            <a:spLocks noGrp="1"/>
          </p:cNvSpPr>
          <p:nvPr>
            <p:ph type="sldNum" idx="12"/>
          </p:nvPr>
        </p:nvSpPr>
        <p:spPr>
          <a:xfrm>
            <a:off x="9329530" y="6223828"/>
            <a:ext cx="17061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pic>
        <p:nvPicPr>
          <p:cNvPr id="341" name="Google Shape;341;g3d5e7119282_0_62"/>
          <p:cNvPicPr preferRelativeResize="0"/>
          <p:nvPr/>
        </p:nvPicPr>
        <p:blipFill rotWithShape="1">
          <a:blip r:embed="rId3">
            <a:alphaModFix/>
          </a:blip>
          <a:srcRect/>
          <a:stretch/>
        </p:blipFill>
        <p:spPr>
          <a:xfrm>
            <a:off x="9918800" y="385675"/>
            <a:ext cx="1686789" cy="498301"/>
          </a:xfrm>
          <a:prstGeom prst="rect">
            <a:avLst/>
          </a:prstGeom>
          <a:noFill/>
          <a:ln>
            <a:noFill/>
          </a:ln>
        </p:spPr>
      </p:pic>
      <p:pic>
        <p:nvPicPr>
          <p:cNvPr id="342" name="Google Shape;342;g3d5e7119282_0_62" title="outliers before removal.png"/>
          <p:cNvPicPr preferRelativeResize="0"/>
          <p:nvPr/>
        </p:nvPicPr>
        <p:blipFill>
          <a:blip r:embed="rId4">
            <a:alphaModFix/>
          </a:blip>
          <a:stretch>
            <a:fillRect/>
          </a:stretch>
        </p:blipFill>
        <p:spPr>
          <a:xfrm>
            <a:off x="559575" y="1924025"/>
            <a:ext cx="5671093" cy="3662226"/>
          </a:xfrm>
          <a:prstGeom prst="rect">
            <a:avLst/>
          </a:prstGeom>
          <a:noFill/>
          <a:ln>
            <a:noFill/>
          </a:ln>
        </p:spPr>
      </p:pic>
      <p:pic>
        <p:nvPicPr>
          <p:cNvPr id="343" name="Google Shape;343;g3d5e7119282_0_62" title="outliers after removal.png"/>
          <p:cNvPicPr preferRelativeResize="0"/>
          <p:nvPr/>
        </p:nvPicPr>
        <p:blipFill>
          <a:blip r:embed="rId5">
            <a:alphaModFix/>
          </a:blip>
          <a:stretch>
            <a:fillRect/>
          </a:stretch>
        </p:blipFill>
        <p:spPr>
          <a:xfrm>
            <a:off x="6243100" y="2024476"/>
            <a:ext cx="5362499" cy="35617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g3d5ef1df67e_0_101"/>
          <p:cNvSpPr txBox="1">
            <a:spLocks noGrp="1"/>
          </p:cNvSpPr>
          <p:nvPr>
            <p:ph type="title"/>
          </p:nvPr>
        </p:nvSpPr>
        <p:spPr>
          <a:xfrm>
            <a:off x="569775" y="385675"/>
            <a:ext cx="9480900" cy="6606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SzPts val="990"/>
              <a:buNone/>
            </a:pPr>
            <a:r>
              <a:rPr lang="en-US" sz="2860" b="1">
                <a:solidFill>
                  <a:srgbClr val="202122"/>
                </a:solidFill>
                <a:highlight>
                  <a:srgbClr val="FFFFFF"/>
                </a:highlight>
                <a:latin typeface="Arial"/>
                <a:ea typeface="Arial"/>
                <a:cs typeface="Arial"/>
                <a:sym typeface="Arial"/>
              </a:rPr>
              <a:t>Feature Representation After Scaling/Normalization</a:t>
            </a:r>
            <a:endParaRPr sz="2860"/>
          </a:p>
        </p:txBody>
      </p:sp>
      <p:sp>
        <p:nvSpPr>
          <p:cNvPr id="350" name="Google Shape;350;g3d5ef1df67e_0_101"/>
          <p:cNvSpPr txBox="1">
            <a:spLocks noGrp="1"/>
          </p:cNvSpPr>
          <p:nvPr>
            <p:ph type="sldNum" idx="12"/>
          </p:nvPr>
        </p:nvSpPr>
        <p:spPr>
          <a:xfrm>
            <a:off x="9329530" y="6223828"/>
            <a:ext cx="17061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pic>
        <p:nvPicPr>
          <p:cNvPr id="351" name="Google Shape;351;g3d5ef1df67e_0_101"/>
          <p:cNvPicPr preferRelativeResize="0"/>
          <p:nvPr/>
        </p:nvPicPr>
        <p:blipFill rotWithShape="1">
          <a:blip r:embed="rId3">
            <a:alphaModFix/>
          </a:blip>
          <a:srcRect/>
          <a:stretch/>
        </p:blipFill>
        <p:spPr>
          <a:xfrm>
            <a:off x="9918800" y="385675"/>
            <a:ext cx="1686789" cy="498301"/>
          </a:xfrm>
          <a:prstGeom prst="rect">
            <a:avLst/>
          </a:prstGeom>
          <a:noFill/>
          <a:ln>
            <a:noFill/>
          </a:ln>
        </p:spPr>
      </p:pic>
      <p:pic>
        <p:nvPicPr>
          <p:cNvPr id="352" name="Google Shape;352;g3d5ef1df67e_0_101" title="after_scalling.png"/>
          <p:cNvPicPr preferRelativeResize="0"/>
          <p:nvPr/>
        </p:nvPicPr>
        <p:blipFill>
          <a:blip r:embed="rId4">
            <a:alphaModFix/>
          </a:blip>
          <a:stretch>
            <a:fillRect/>
          </a:stretch>
        </p:blipFill>
        <p:spPr>
          <a:xfrm>
            <a:off x="2573962" y="1432900"/>
            <a:ext cx="7044076" cy="467868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g3d5f58f541d_1_0"/>
          <p:cNvSpPr txBox="1">
            <a:spLocks noGrp="1"/>
          </p:cNvSpPr>
          <p:nvPr>
            <p:ph type="title"/>
          </p:nvPr>
        </p:nvSpPr>
        <p:spPr>
          <a:xfrm>
            <a:off x="569775" y="385675"/>
            <a:ext cx="9480900" cy="4983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SzPts val="990"/>
              <a:buNone/>
            </a:pPr>
            <a:r>
              <a:rPr lang="en-US" sz="2860" b="1">
                <a:solidFill>
                  <a:srgbClr val="202122"/>
                </a:solidFill>
                <a:highlight>
                  <a:srgbClr val="FFFFFF"/>
                </a:highlight>
                <a:latin typeface="Arial"/>
                <a:ea typeface="Arial"/>
                <a:cs typeface="Arial"/>
                <a:sym typeface="Arial"/>
              </a:rPr>
              <a:t>Data Summary After WQI Calculation</a:t>
            </a:r>
            <a:endParaRPr sz="2860"/>
          </a:p>
        </p:txBody>
      </p:sp>
      <p:sp>
        <p:nvSpPr>
          <p:cNvPr id="359" name="Google Shape;359;g3d5f58f541d_1_0"/>
          <p:cNvSpPr txBox="1">
            <a:spLocks noGrp="1"/>
          </p:cNvSpPr>
          <p:nvPr>
            <p:ph type="sldNum" idx="12"/>
          </p:nvPr>
        </p:nvSpPr>
        <p:spPr>
          <a:xfrm>
            <a:off x="9329530" y="6223828"/>
            <a:ext cx="17061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pic>
        <p:nvPicPr>
          <p:cNvPr id="360" name="Google Shape;360;g3d5f58f541d_1_0"/>
          <p:cNvPicPr preferRelativeResize="0"/>
          <p:nvPr/>
        </p:nvPicPr>
        <p:blipFill rotWithShape="1">
          <a:blip r:embed="rId3">
            <a:alphaModFix/>
          </a:blip>
          <a:srcRect/>
          <a:stretch/>
        </p:blipFill>
        <p:spPr>
          <a:xfrm>
            <a:off x="9918800" y="385675"/>
            <a:ext cx="1686789" cy="498301"/>
          </a:xfrm>
          <a:prstGeom prst="rect">
            <a:avLst/>
          </a:prstGeom>
          <a:noFill/>
          <a:ln>
            <a:noFill/>
          </a:ln>
        </p:spPr>
      </p:pic>
      <p:pic>
        <p:nvPicPr>
          <p:cNvPr id="361" name="Google Shape;361;g3d5f58f541d_1_0"/>
          <p:cNvPicPr preferRelativeResize="0"/>
          <p:nvPr/>
        </p:nvPicPr>
        <p:blipFill>
          <a:blip r:embed="rId4">
            <a:alphaModFix/>
          </a:blip>
          <a:stretch>
            <a:fillRect/>
          </a:stretch>
        </p:blipFill>
        <p:spPr>
          <a:xfrm>
            <a:off x="1630575" y="883975"/>
            <a:ext cx="7785947" cy="550692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g3d5f58f541d_1_10"/>
          <p:cNvSpPr txBox="1">
            <a:spLocks noGrp="1"/>
          </p:cNvSpPr>
          <p:nvPr>
            <p:ph type="title"/>
          </p:nvPr>
        </p:nvSpPr>
        <p:spPr>
          <a:xfrm>
            <a:off x="569775" y="385675"/>
            <a:ext cx="9480900" cy="4983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SzPts val="990"/>
              <a:buNone/>
            </a:pPr>
            <a:r>
              <a:rPr lang="en-US" sz="2860" b="1">
                <a:solidFill>
                  <a:srgbClr val="202122"/>
                </a:solidFill>
                <a:highlight>
                  <a:srgbClr val="FFFFFF"/>
                </a:highlight>
                <a:latin typeface="Arial"/>
                <a:ea typeface="Arial"/>
                <a:cs typeface="Arial"/>
                <a:sym typeface="Arial"/>
              </a:rPr>
              <a:t>Feature Distribution for Top 3 Features</a:t>
            </a:r>
            <a:endParaRPr sz="2860"/>
          </a:p>
        </p:txBody>
      </p:sp>
      <p:sp>
        <p:nvSpPr>
          <p:cNvPr id="368" name="Google Shape;368;g3d5f58f541d_1_10"/>
          <p:cNvSpPr txBox="1">
            <a:spLocks noGrp="1"/>
          </p:cNvSpPr>
          <p:nvPr>
            <p:ph type="sldNum" idx="12"/>
          </p:nvPr>
        </p:nvSpPr>
        <p:spPr>
          <a:xfrm>
            <a:off x="9329530" y="6223828"/>
            <a:ext cx="17061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pic>
        <p:nvPicPr>
          <p:cNvPr id="369" name="Google Shape;369;g3d5f58f541d_1_10"/>
          <p:cNvPicPr preferRelativeResize="0"/>
          <p:nvPr/>
        </p:nvPicPr>
        <p:blipFill rotWithShape="1">
          <a:blip r:embed="rId3">
            <a:alphaModFix/>
          </a:blip>
          <a:srcRect/>
          <a:stretch/>
        </p:blipFill>
        <p:spPr>
          <a:xfrm>
            <a:off x="9918800" y="385675"/>
            <a:ext cx="1686789" cy="498301"/>
          </a:xfrm>
          <a:prstGeom prst="rect">
            <a:avLst/>
          </a:prstGeom>
          <a:noFill/>
          <a:ln>
            <a:noFill/>
          </a:ln>
        </p:spPr>
      </p:pic>
      <p:pic>
        <p:nvPicPr>
          <p:cNvPr id="370" name="Google Shape;370;g3d5f58f541d_1_10"/>
          <p:cNvPicPr preferRelativeResize="0"/>
          <p:nvPr/>
        </p:nvPicPr>
        <p:blipFill>
          <a:blip r:embed="rId4">
            <a:alphaModFix/>
          </a:blip>
          <a:stretch>
            <a:fillRect/>
          </a:stretch>
        </p:blipFill>
        <p:spPr>
          <a:xfrm>
            <a:off x="2762200" y="883975"/>
            <a:ext cx="5787714" cy="56692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g3d5e7119282_0_0"/>
          <p:cNvSpPr txBox="1">
            <a:spLocks noGrp="1"/>
          </p:cNvSpPr>
          <p:nvPr>
            <p:ph type="title"/>
          </p:nvPr>
        </p:nvSpPr>
        <p:spPr>
          <a:xfrm>
            <a:off x="1040550" y="423525"/>
            <a:ext cx="9007200" cy="7098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1800"/>
              <a:buNone/>
            </a:pPr>
            <a:r>
              <a:rPr lang="en-US" sz="3200" b="1">
                <a:latin typeface="Arial"/>
                <a:ea typeface="Arial"/>
                <a:cs typeface="Arial"/>
                <a:sym typeface="Arial"/>
              </a:rPr>
              <a:t> Challenges Encountered </a:t>
            </a:r>
            <a:endParaRPr sz="3200">
              <a:latin typeface="Arial"/>
              <a:ea typeface="Arial"/>
              <a:cs typeface="Arial"/>
              <a:sym typeface="Arial"/>
            </a:endParaRPr>
          </a:p>
        </p:txBody>
      </p:sp>
      <p:sp>
        <p:nvSpPr>
          <p:cNvPr id="376" name="Google Shape;376;g3d5e7119282_0_0"/>
          <p:cNvSpPr txBox="1">
            <a:spLocks noGrp="1"/>
          </p:cNvSpPr>
          <p:nvPr>
            <p:ph type="body" idx="1"/>
          </p:nvPr>
        </p:nvSpPr>
        <p:spPr>
          <a:xfrm>
            <a:off x="1040550" y="1314650"/>
            <a:ext cx="10110900" cy="4909200"/>
          </a:xfrm>
          <a:prstGeom prst="rect">
            <a:avLst/>
          </a:prstGeom>
          <a:noFill/>
          <a:ln>
            <a:noFill/>
          </a:ln>
        </p:spPr>
        <p:txBody>
          <a:bodyPr spcFirstLastPara="1" wrap="square" lIns="91425" tIns="45700" rIns="91425" bIns="45700" anchor="t" anchorCtr="0">
            <a:noAutofit/>
          </a:bodyPr>
          <a:lstStyle/>
          <a:p>
            <a:pPr marL="457200" lvl="0" indent="-374650" algn="just" rtl="0">
              <a:spcBef>
                <a:spcPts val="1400"/>
              </a:spcBef>
              <a:spcAft>
                <a:spcPts val="0"/>
              </a:spcAft>
              <a:buSzPts val="2300"/>
              <a:buFont typeface="Arial"/>
              <a:buChar char="❖"/>
            </a:pPr>
            <a:r>
              <a:rPr lang="en-US" sz="2300">
                <a:latin typeface="Arial"/>
                <a:ea typeface="Arial"/>
                <a:cs typeface="Arial"/>
                <a:sym typeface="Arial"/>
              </a:rPr>
              <a:t>Collected data from multiple locations across Ireland using catchment data sources, files were stored in various subdirectories, identifying the correct datasets for download was initially challenging.</a:t>
            </a:r>
            <a:endParaRPr sz="2300">
              <a:latin typeface="Arial"/>
              <a:ea typeface="Arial"/>
              <a:cs typeface="Arial"/>
              <a:sym typeface="Arial"/>
            </a:endParaRPr>
          </a:p>
          <a:p>
            <a:pPr marL="457200" lvl="0" indent="-374650" algn="just" rtl="0">
              <a:spcBef>
                <a:spcPts val="1400"/>
              </a:spcBef>
              <a:spcAft>
                <a:spcPts val="0"/>
              </a:spcAft>
              <a:buSzPts val="2300"/>
              <a:buFont typeface="Arial"/>
              <a:buChar char="❖"/>
            </a:pPr>
            <a:r>
              <a:rPr lang="en-US" sz="2300">
                <a:latin typeface="Arial"/>
                <a:ea typeface="Arial"/>
                <a:cs typeface="Arial"/>
                <a:sym typeface="Arial"/>
              </a:rPr>
              <a:t>After downloading, merging files based on common features proved difficult. Initial attempts using Python resulted in inconsistencies, so we used Microsoft Excel pivot tables and applied filtering to ensure accurate record matching.</a:t>
            </a:r>
            <a:endParaRPr sz="2300">
              <a:latin typeface="Arial"/>
              <a:ea typeface="Arial"/>
              <a:cs typeface="Arial"/>
              <a:sym typeface="Arial"/>
            </a:endParaRPr>
          </a:p>
          <a:p>
            <a:pPr marL="457200" lvl="0" indent="-374650" algn="just" rtl="0">
              <a:spcBef>
                <a:spcPts val="1400"/>
              </a:spcBef>
              <a:spcAft>
                <a:spcPts val="0"/>
              </a:spcAft>
              <a:buSzPts val="2300"/>
              <a:buFont typeface="Arial"/>
              <a:buChar char="❖"/>
            </a:pPr>
            <a:r>
              <a:rPr lang="en-US" sz="2300">
                <a:latin typeface="Arial"/>
                <a:ea typeface="Arial"/>
                <a:cs typeface="Arial"/>
                <a:sym typeface="Arial"/>
              </a:rPr>
              <a:t>During water quality index modeling, we found that the collected datasets were missing key parameters. This required repeating the entire data collection and preprocessing process, which was time-consuming.</a:t>
            </a:r>
            <a:endParaRPr sz="2300">
              <a:latin typeface="Arial"/>
              <a:ea typeface="Arial"/>
              <a:cs typeface="Arial"/>
              <a:sym typeface="Arial"/>
            </a:endParaRPr>
          </a:p>
          <a:p>
            <a:pPr marL="457200" lvl="0" indent="-374650" algn="just" rtl="0">
              <a:spcBef>
                <a:spcPts val="1400"/>
              </a:spcBef>
              <a:spcAft>
                <a:spcPts val="0"/>
              </a:spcAft>
              <a:buSzPts val="2300"/>
              <a:buFont typeface="Arial"/>
              <a:buChar char="❖"/>
            </a:pPr>
            <a:r>
              <a:rPr lang="en-US" sz="2300">
                <a:latin typeface="Arial"/>
                <a:ea typeface="Arial"/>
                <a:cs typeface="Arial"/>
                <a:sym typeface="Arial"/>
              </a:rPr>
              <a:t>Defining standard parameter ranges and assigning appropriate weights was challenging due to the lack of a universal guideline for water quality index calculations.</a:t>
            </a:r>
            <a:endParaRPr sz="2300">
              <a:latin typeface="Arial"/>
              <a:ea typeface="Arial"/>
              <a:cs typeface="Arial"/>
              <a:sym typeface="Arial"/>
            </a:endParaRPr>
          </a:p>
        </p:txBody>
      </p:sp>
      <p:sp>
        <p:nvSpPr>
          <p:cNvPr id="377" name="Google Shape;377;g3d5e7119282_0_0"/>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28</a:t>
            </a:fld>
            <a:endParaRPr/>
          </a:p>
        </p:txBody>
      </p:sp>
      <p:pic>
        <p:nvPicPr>
          <p:cNvPr id="378" name="Google Shape;378;g3d5e7119282_0_0"/>
          <p:cNvPicPr preferRelativeResize="0"/>
          <p:nvPr/>
        </p:nvPicPr>
        <p:blipFill rotWithShape="1">
          <a:blip r:embed="rId3">
            <a:alphaModFix/>
          </a:blip>
          <a:srcRect/>
          <a:stretch/>
        </p:blipFill>
        <p:spPr>
          <a:xfrm>
            <a:off x="9918800" y="385675"/>
            <a:ext cx="1686789" cy="4983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g3b43c3a1f69_1_30"/>
          <p:cNvSpPr txBox="1">
            <a:spLocks noGrp="1"/>
          </p:cNvSpPr>
          <p:nvPr>
            <p:ph type="title"/>
          </p:nvPr>
        </p:nvSpPr>
        <p:spPr>
          <a:xfrm>
            <a:off x="1382688" y="4145675"/>
            <a:ext cx="9426600" cy="7968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800"/>
              <a:buNone/>
            </a:pPr>
            <a:r>
              <a:rPr lang="en-US" sz="4000" b="1"/>
              <a:t>State-of-the-Art Models Implementation</a:t>
            </a:r>
            <a:endParaRPr b="1"/>
          </a:p>
        </p:txBody>
      </p:sp>
      <p:cxnSp>
        <p:nvCxnSpPr>
          <p:cNvPr id="386" name="Google Shape;386;g3b43c3a1f69_1_30"/>
          <p:cNvCxnSpPr/>
          <p:nvPr/>
        </p:nvCxnSpPr>
        <p:spPr>
          <a:xfrm>
            <a:off x="424707" y="5119185"/>
            <a:ext cx="11342700" cy="0"/>
          </a:xfrm>
          <a:prstGeom prst="straightConnector1">
            <a:avLst/>
          </a:prstGeom>
          <a:noFill/>
          <a:ln w="10000" cap="flat" cmpd="sng">
            <a:solidFill>
              <a:schemeClr val="accent1"/>
            </a:solidFill>
            <a:prstDash val="solid"/>
            <a:round/>
            <a:headEnd type="none" w="sm" len="sm"/>
            <a:tailEnd type="none" w="sm" len="sm"/>
          </a:ln>
        </p:spPr>
      </p:cxnSp>
      <p:pic>
        <p:nvPicPr>
          <p:cNvPr id="387" name="Google Shape;387;g3b43c3a1f69_1_30"/>
          <p:cNvPicPr preferRelativeResize="0"/>
          <p:nvPr/>
        </p:nvPicPr>
        <p:blipFill rotWithShape="1">
          <a:blip r:embed="rId3">
            <a:alphaModFix/>
          </a:blip>
          <a:srcRect/>
          <a:stretch/>
        </p:blipFill>
        <p:spPr>
          <a:xfrm>
            <a:off x="4621877" y="1144375"/>
            <a:ext cx="2948225" cy="2948206"/>
          </a:xfrm>
          <a:prstGeom prst="rect">
            <a:avLst/>
          </a:prstGeom>
          <a:noFill/>
          <a:ln>
            <a:noFill/>
          </a:ln>
        </p:spPr>
      </p:pic>
      <p:pic>
        <p:nvPicPr>
          <p:cNvPr id="388" name="Google Shape;388;g3b43c3a1f69_1_30"/>
          <p:cNvPicPr preferRelativeResize="0"/>
          <p:nvPr/>
        </p:nvPicPr>
        <p:blipFill rotWithShape="1">
          <a:blip r:embed="rId4">
            <a:alphaModFix/>
          </a:blip>
          <a:srcRect/>
          <a:stretch/>
        </p:blipFill>
        <p:spPr>
          <a:xfrm>
            <a:off x="9918800" y="385675"/>
            <a:ext cx="1686789" cy="498301"/>
          </a:xfrm>
          <a:prstGeom prst="rect">
            <a:avLst/>
          </a:prstGeom>
          <a:noFill/>
          <a:ln>
            <a:noFill/>
          </a:ln>
        </p:spPr>
      </p:pic>
      <p:sp>
        <p:nvSpPr>
          <p:cNvPr id="389" name="Google Shape;389;g3b43c3a1f69_1_30"/>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g3d5ef1df67e_0_112"/>
          <p:cNvSpPr txBox="1">
            <a:spLocks noGrp="1"/>
          </p:cNvSpPr>
          <p:nvPr>
            <p:ph type="title"/>
          </p:nvPr>
        </p:nvSpPr>
        <p:spPr>
          <a:xfrm>
            <a:off x="1072400" y="851226"/>
            <a:ext cx="9007200" cy="709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3400" b="1">
                <a:latin typeface="Arial"/>
                <a:ea typeface="Arial"/>
                <a:cs typeface="Arial"/>
                <a:sym typeface="Arial"/>
              </a:rPr>
              <a:t>Implementation of the SOTA</a:t>
            </a:r>
            <a:endParaRPr sz="3400">
              <a:latin typeface="Arial"/>
              <a:ea typeface="Arial"/>
              <a:cs typeface="Arial"/>
              <a:sym typeface="Arial"/>
            </a:endParaRPr>
          </a:p>
        </p:txBody>
      </p:sp>
      <p:sp>
        <p:nvSpPr>
          <p:cNvPr id="395" name="Google Shape;395;g3d5ef1df67e_0_112"/>
          <p:cNvSpPr txBox="1">
            <a:spLocks noGrp="1"/>
          </p:cNvSpPr>
          <p:nvPr>
            <p:ph type="body" idx="1"/>
          </p:nvPr>
        </p:nvSpPr>
        <p:spPr>
          <a:xfrm>
            <a:off x="1040550" y="2092150"/>
            <a:ext cx="10476000" cy="2923500"/>
          </a:xfrm>
          <a:prstGeom prst="rect">
            <a:avLst/>
          </a:prstGeom>
          <a:noFill/>
          <a:ln>
            <a:noFill/>
          </a:ln>
        </p:spPr>
        <p:txBody>
          <a:bodyPr spcFirstLastPara="1" wrap="square" lIns="91425" tIns="45700" rIns="91425" bIns="45700" anchor="t" anchorCtr="0">
            <a:noAutofit/>
          </a:bodyPr>
          <a:lstStyle/>
          <a:p>
            <a:pPr marL="457200" lvl="0" indent="-381000" algn="just" rtl="0">
              <a:spcBef>
                <a:spcPts val="1400"/>
              </a:spcBef>
              <a:spcAft>
                <a:spcPts val="0"/>
              </a:spcAft>
              <a:buSzPts val="2400"/>
              <a:buFont typeface="Arial"/>
              <a:buChar char="❖"/>
            </a:pPr>
            <a:r>
              <a:rPr lang="en-US" sz="2400" b="1">
                <a:latin typeface="Arial"/>
                <a:ea typeface="Arial"/>
                <a:cs typeface="Arial"/>
                <a:sym typeface="Arial"/>
              </a:rPr>
              <a:t>Baseline models implementation: common environment and dataset</a:t>
            </a:r>
            <a:endParaRPr sz="2400" b="1">
              <a:latin typeface="Arial"/>
              <a:ea typeface="Arial"/>
              <a:cs typeface="Arial"/>
              <a:sym typeface="Arial"/>
            </a:endParaRPr>
          </a:p>
          <a:p>
            <a:pPr marL="457200" lvl="0" indent="-381000" algn="just" rtl="0">
              <a:spcBef>
                <a:spcPts val="1400"/>
              </a:spcBef>
              <a:spcAft>
                <a:spcPts val="0"/>
              </a:spcAft>
              <a:buSzPts val="2400"/>
              <a:buFont typeface="Arial"/>
              <a:buChar char="❖"/>
            </a:pPr>
            <a:r>
              <a:rPr lang="en-US" sz="2400" b="1">
                <a:latin typeface="Arial"/>
                <a:ea typeface="Arial"/>
                <a:cs typeface="Arial"/>
                <a:sym typeface="Arial"/>
              </a:rPr>
              <a:t>Result Analysis</a:t>
            </a:r>
            <a:endParaRPr sz="2400" b="1">
              <a:latin typeface="Arial"/>
              <a:ea typeface="Arial"/>
              <a:cs typeface="Arial"/>
              <a:sym typeface="Arial"/>
            </a:endParaRPr>
          </a:p>
          <a:p>
            <a:pPr marL="457200" lvl="0" indent="-381000" algn="just" rtl="0">
              <a:spcBef>
                <a:spcPts val="1400"/>
              </a:spcBef>
              <a:spcAft>
                <a:spcPts val="0"/>
              </a:spcAft>
              <a:buSzPts val="2400"/>
              <a:buFont typeface="Arial"/>
              <a:buChar char="❖"/>
            </a:pPr>
            <a:r>
              <a:rPr lang="en-US" sz="2400" b="1">
                <a:latin typeface="Arial"/>
                <a:ea typeface="Arial"/>
                <a:cs typeface="Arial"/>
                <a:sym typeface="Arial"/>
              </a:rPr>
              <a:t>Comparison with the baseline models</a:t>
            </a:r>
            <a:endParaRPr sz="2400" b="1">
              <a:latin typeface="Arial"/>
              <a:ea typeface="Arial"/>
              <a:cs typeface="Arial"/>
              <a:sym typeface="Arial"/>
            </a:endParaRPr>
          </a:p>
          <a:p>
            <a:pPr marL="457200" lvl="0" indent="-381000" algn="just" rtl="0">
              <a:spcBef>
                <a:spcPts val="1400"/>
              </a:spcBef>
              <a:spcAft>
                <a:spcPts val="0"/>
              </a:spcAft>
              <a:buSzPts val="2400"/>
              <a:buFont typeface="Arial"/>
              <a:buChar char="❖"/>
            </a:pPr>
            <a:r>
              <a:rPr lang="en-US" sz="2400" b="1">
                <a:latin typeface="Arial"/>
                <a:ea typeface="Arial"/>
                <a:cs typeface="Arial"/>
                <a:sym typeface="Arial"/>
              </a:rPr>
              <a:t>Finding the next feasible steps towards Milestone-3 </a:t>
            </a:r>
            <a:endParaRPr sz="2400" b="1">
              <a:latin typeface="Arial"/>
              <a:ea typeface="Arial"/>
              <a:cs typeface="Arial"/>
              <a:sym typeface="Arial"/>
            </a:endParaRPr>
          </a:p>
          <a:p>
            <a:pPr marL="457200" lvl="0" indent="-381000" algn="just" rtl="0">
              <a:spcBef>
                <a:spcPts val="1400"/>
              </a:spcBef>
              <a:spcAft>
                <a:spcPts val="0"/>
              </a:spcAft>
              <a:buSzPts val="2400"/>
              <a:buFont typeface="Arial"/>
              <a:buChar char="❖"/>
            </a:pPr>
            <a:r>
              <a:rPr lang="en-US" sz="2400" b="1">
                <a:latin typeface="Arial"/>
                <a:ea typeface="Arial"/>
                <a:cs typeface="Arial"/>
                <a:sym typeface="Arial"/>
              </a:rPr>
              <a:t>Determining the best method for predictive modeling (Milestone - 3)</a:t>
            </a:r>
            <a:endParaRPr sz="2400" b="1">
              <a:latin typeface="Arial"/>
              <a:ea typeface="Arial"/>
              <a:cs typeface="Arial"/>
              <a:sym typeface="Arial"/>
            </a:endParaRPr>
          </a:p>
        </p:txBody>
      </p:sp>
      <p:sp>
        <p:nvSpPr>
          <p:cNvPr id="396" name="Google Shape;396;g3d5ef1df67e_0_112"/>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30</a:t>
            </a:fld>
            <a:endParaRPr/>
          </a:p>
        </p:txBody>
      </p:sp>
      <p:pic>
        <p:nvPicPr>
          <p:cNvPr id="397" name="Google Shape;397;g3d5ef1df67e_0_112"/>
          <p:cNvPicPr preferRelativeResize="0"/>
          <p:nvPr/>
        </p:nvPicPr>
        <p:blipFill rotWithShape="1">
          <a:blip r:embed="rId3">
            <a:alphaModFix/>
          </a:blip>
          <a:srcRect/>
          <a:stretch/>
        </p:blipFill>
        <p:spPr>
          <a:xfrm>
            <a:off x="9918800" y="385675"/>
            <a:ext cx="1686789" cy="4983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9"/>
          <p:cNvSpPr txBox="1">
            <a:spLocks noGrp="1"/>
          </p:cNvSpPr>
          <p:nvPr>
            <p:ph type="sldNum" idx="12"/>
          </p:nvPr>
        </p:nvSpPr>
        <p:spPr>
          <a:xfrm>
            <a:off x="9329530" y="6223828"/>
            <a:ext cx="1706217"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31</a:t>
            </a:fld>
            <a:endParaRPr/>
          </a:p>
        </p:txBody>
      </p:sp>
      <p:pic>
        <p:nvPicPr>
          <p:cNvPr id="403" name="Google Shape;403;p9"/>
          <p:cNvPicPr preferRelativeResize="0"/>
          <p:nvPr/>
        </p:nvPicPr>
        <p:blipFill rotWithShape="1">
          <a:blip r:embed="rId3">
            <a:alphaModFix/>
          </a:blip>
          <a:srcRect/>
          <a:stretch/>
        </p:blipFill>
        <p:spPr>
          <a:xfrm>
            <a:off x="9918800" y="385675"/>
            <a:ext cx="1686789" cy="498301"/>
          </a:xfrm>
          <a:prstGeom prst="rect">
            <a:avLst/>
          </a:prstGeom>
          <a:noFill/>
          <a:ln>
            <a:noFill/>
          </a:ln>
        </p:spPr>
      </p:pic>
      <p:sp>
        <p:nvSpPr>
          <p:cNvPr id="404" name="Google Shape;404;p9"/>
          <p:cNvSpPr txBox="1">
            <a:spLocks noGrp="1"/>
          </p:cNvSpPr>
          <p:nvPr>
            <p:ph type="title"/>
          </p:nvPr>
        </p:nvSpPr>
        <p:spPr>
          <a:xfrm>
            <a:off x="1225000" y="484525"/>
            <a:ext cx="8030100" cy="553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600" b="1"/>
              <a:t>Overall pipeline of  the study for Milestone II  </a:t>
            </a:r>
            <a:endParaRPr sz="2600"/>
          </a:p>
        </p:txBody>
      </p:sp>
      <p:pic>
        <p:nvPicPr>
          <p:cNvPr id="405" name="Google Shape;405;p9" title="framework.jpg"/>
          <p:cNvPicPr preferRelativeResize="0"/>
          <p:nvPr/>
        </p:nvPicPr>
        <p:blipFill>
          <a:blip r:embed="rId4">
            <a:alphaModFix/>
          </a:blip>
          <a:stretch>
            <a:fillRect/>
          </a:stretch>
        </p:blipFill>
        <p:spPr>
          <a:xfrm>
            <a:off x="2127325" y="1164225"/>
            <a:ext cx="7791473" cy="524367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27"/>
          <p:cNvSpPr txBox="1">
            <a:spLocks noGrp="1"/>
          </p:cNvSpPr>
          <p:nvPr>
            <p:ph type="title"/>
          </p:nvPr>
        </p:nvSpPr>
        <p:spPr>
          <a:xfrm>
            <a:off x="267450" y="4002550"/>
            <a:ext cx="11657100" cy="7968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sz="4000" b="1">
                <a:latin typeface="Arial"/>
                <a:ea typeface="Arial"/>
                <a:cs typeface="Arial"/>
                <a:sym typeface="Arial"/>
              </a:rPr>
              <a:t>Result Analysis</a:t>
            </a:r>
            <a:endParaRPr b="1"/>
          </a:p>
        </p:txBody>
      </p:sp>
      <p:cxnSp>
        <p:nvCxnSpPr>
          <p:cNvPr id="411" name="Google Shape;411;p27"/>
          <p:cNvCxnSpPr/>
          <p:nvPr/>
        </p:nvCxnSpPr>
        <p:spPr>
          <a:xfrm>
            <a:off x="424707" y="5119185"/>
            <a:ext cx="11342700" cy="0"/>
          </a:xfrm>
          <a:prstGeom prst="straightConnector1">
            <a:avLst/>
          </a:prstGeom>
          <a:noFill/>
          <a:ln w="10000" cap="flat" cmpd="sng">
            <a:solidFill>
              <a:schemeClr val="accent1"/>
            </a:solidFill>
            <a:prstDash val="solid"/>
            <a:round/>
            <a:headEnd type="none" w="sm" len="sm"/>
            <a:tailEnd type="none" w="sm" len="sm"/>
          </a:ln>
        </p:spPr>
      </p:cxnSp>
      <p:pic>
        <p:nvPicPr>
          <p:cNvPr id="412" name="Google Shape;412;p27"/>
          <p:cNvPicPr preferRelativeResize="0"/>
          <p:nvPr/>
        </p:nvPicPr>
        <p:blipFill rotWithShape="1">
          <a:blip r:embed="rId3">
            <a:alphaModFix/>
          </a:blip>
          <a:srcRect/>
          <a:stretch/>
        </p:blipFill>
        <p:spPr>
          <a:xfrm>
            <a:off x="9918800" y="385675"/>
            <a:ext cx="1686789" cy="498301"/>
          </a:xfrm>
          <a:prstGeom prst="rect">
            <a:avLst/>
          </a:prstGeom>
          <a:noFill/>
          <a:ln>
            <a:noFill/>
          </a:ln>
        </p:spPr>
      </p:pic>
      <p:sp>
        <p:nvSpPr>
          <p:cNvPr id="413" name="Google Shape;413;p27"/>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32</a:t>
            </a:fld>
            <a:endParaRPr/>
          </a:p>
        </p:txBody>
      </p:sp>
      <p:pic>
        <p:nvPicPr>
          <p:cNvPr id="414" name="Google Shape;414;p27"/>
          <p:cNvPicPr preferRelativeResize="0"/>
          <p:nvPr/>
        </p:nvPicPr>
        <p:blipFill>
          <a:blip r:embed="rId4">
            <a:alphaModFix/>
          </a:blip>
          <a:stretch>
            <a:fillRect/>
          </a:stretch>
        </p:blipFill>
        <p:spPr>
          <a:xfrm>
            <a:off x="5092724" y="2098749"/>
            <a:ext cx="1706100" cy="17061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pic>
        <p:nvPicPr>
          <p:cNvPr id="420" name="Google Shape;420;g3d5f58f541d_1_38"/>
          <p:cNvPicPr preferRelativeResize="0"/>
          <p:nvPr/>
        </p:nvPicPr>
        <p:blipFill rotWithShape="1">
          <a:blip r:embed="rId3">
            <a:alphaModFix/>
          </a:blip>
          <a:srcRect/>
          <a:stretch/>
        </p:blipFill>
        <p:spPr>
          <a:xfrm>
            <a:off x="9918800" y="385675"/>
            <a:ext cx="1686789" cy="498301"/>
          </a:xfrm>
          <a:prstGeom prst="rect">
            <a:avLst/>
          </a:prstGeom>
          <a:noFill/>
          <a:ln>
            <a:noFill/>
          </a:ln>
        </p:spPr>
      </p:pic>
      <p:sp>
        <p:nvSpPr>
          <p:cNvPr id="421" name="Google Shape;421;g3d5f58f541d_1_38"/>
          <p:cNvSpPr txBox="1">
            <a:spLocks noGrp="1"/>
          </p:cNvSpPr>
          <p:nvPr>
            <p:ph type="sldNum" idx="12"/>
          </p:nvPr>
        </p:nvSpPr>
        <p:spPr>
          <a:xfrm>
            <a:off x="9431023" y="6035342"/>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33</a:t>
            </a:fld>
            <a:endParaRPr/>
          </a:p>
        </p:txBody>
      </p:sp>
      <p:pic>
        <p:nvPicPr>
          <p:cNvPr id="422" name="Google Shape;422;g3d5f58f541d_1_38" title="Water_Quality_Index_Prediction_Using_Machine_Learning (1)-images-9.jpg"/>
          <p:cNvPicPr preferRelativeResize="0"/>
          <p:nvPr/>
        </p:nvPicPr>
        <p:blipFill rotWithShape="1">
          <a:blip r:embed="rId4">
            <a:alphaModFix/>
          </a:blip>
          <a:srcRect l="7720" t="7828" r="49345" b="51015"/>
          <a:stretch/>
        </p:blipFill>
        <p:spPr>
          <a:xfrm>
            <a:off x="4609050" y="265662"/>
            <a:ext cx="5101376" cy="6326676"/>
          </a:xfrm>
          <a:prstGeom prst="rect">
            <a:avLst/>
          </a:prstGeom>
          <a:noFill/>
          <a:ln>
            <a:noFill/>
          </a:ln>
        </p:spPr>
      </p:pic>
      <p:sp>
        <p:nvSpPr>
          <p:cNvPr id="423" name="Google Shape;423;g3d5f58f541d_1_38"/>
          <p:cNvSpPr txBox="1">
            <a:spLocks noGrp="1"/>
          </p:cNvSpPr>
          <p:nvPr>
            <p:ph type="title"/>
          </p:nvPr>
        </p:nvSpPr>
        <p:spPr>
          <a:xfrm>
            <a:off x="510925" y="1804850"/>
            <a:ext cx="3665700" cy="25446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r>
              <a:rPr lang="en-US" sz="3000" b="1">
                <a:solidFill>
                  <a:srgbClr val="382D7B"/>
                </a:solidFill>
                <a:latin typeface="Arial"/>
                <a:ea typeface="Arial"/>
                <a:cs typeface="Arial"/>
                <a:sym typeface="Arial"/>
              </a:rPr>
              <a:t>Comparison Among State-of-the-art Models</a:t>
            </a:r>
            <a:endParaRPr sz="3000" b="1">
              <a:solidFill>
                <a:srgbClr val="382D7B"/>
              </a:solidFill>
              <a:latin typeface="Arial"/>
              <a:ea typeface="Arial"/>
              <a:cs typeface="Arial"/>
              <a:sym typeface="Arial"/>
            </a:endParaRPr>
          </a:p>
        </p:txBody>
      </p:sp>
      <p:sp>
        <p:nvSpPr>
          <p:cNvPr id="424" name="Google Shape;424;g3d5f58f541d_1_38"/>
          <p:cNvSpPr txBox="1">
            <a:spLocks noGrp="1"/>
          </p:cNvSpPr>
          <p:nvPr>
            <p:ph type="title"/>
          </p:nvPr>
        </p:nvSpPr>
        <p:spPr>
          <a:xfrm rot="5400000">
            <a:off x="8375075" y="2260638"/>
            <a:ext cx="3665700" cy="25446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r>
              <a:rPr lang="en-US" sz="2500">
                <a:solidFill>
                  <a:srgbClr val="382D7B"/>
                </a:solidFill>
                <a:latin typeface="Arial"/>
                <a:ea typeface="Arial"/>
                <a:cs typeface="Arial"/>
                <a:sym typeface="Arial"/>
              </a:rPr>
              <a:t>Baseline Models</a:t>
            </a:r>
            <a:endParaRPr sz="2500">
              <a:solidFill>
                <a:srgbClr val="382D7B"/>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g3d5f58f541d_2_2"/>
          <p:cNvSpPr txBox="1">
            <a:spLocks noGrp="1"/>
          </p:cNvSpPr>
          <p:nvPr>
            <p:ph type="title"/>
          </p:nvPr>
        </p:nvSpPr>
        <p:spPr>
          <a:xfrm>
            <a:off x="572725" y="445600"/>
            <a:ext cx="9411600" cy="4983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r>
              <a:rPr lang="en-US" sz="2500" b="1">
                <a:solidFill>
                  <a:srgbClr val="382D7B"/>
                </a:solidFill>
                <a:latin typeface="Arial"/>
                <a:ea typeface="Arial"/>
                <a:cs typeface="Arial"/>
                <a:sym typeface="Arial"/>
              </a:rPr>
              <a:t>Prediction Result: Irrigation Water Quality Index (IWQI)</a:t>
            </a:r>
            <a:endParaRPr sz="2500" b="1">
              <a:solidFill>
                <a:srgbClr val="382D7B"/>
              </a:solidFill>
              <a:latin typeface="Arial"/>
              <a:ea typeface="Arial"/>
              <a:cs typeface="Arial"/>
              <a:sym typeface="Arial"/>
            </a:endParaRPr>
          </a:p>
        </p:txBody>
      </p:sp>
      <p:pic>
        <p:nvPicPr>
          <p:cNvPr id="431" name="Google Shape;431;g3d5f58f541d_2_2"/>
          <p:cNvPicPr preferRelativeResize="0"/>
          <p:nvPr/>
        </p:nvPicPr>
        <p:blipFill rotWithShape="1">
          <a:blip r:embed="rId3">
            <a:alphaModFix/>
          </a:blip>
          <a:srcRect/>
          <a:stretch/>
        </p:blipFill>
        <p:spPr>
          <a:xfrm>
            <a:off x="9918800" y="385675"/>
            <a:ext cx="1686789" cy="498301"/>
          </a:xfrm>
          <a:prstGeom prst="rect">
            <a:avLst/>
          </a:prstGeom>
          <a:noFill/>
          <a:ln>
            <a:noFill/>
          </a:ln>
        </p:spPr>
      </p:pic>
      <p:sp>
        <p:nvSpPr>
          <p:cNvPr id="432" name="Google Shape;432;g3d5f58f541d_2_2"/>
          <p:cNvSpPr txBox="1">
            <a:spLocks noGrp="1"/>
          </p:cNvSpPr>
          <p:nvPr>
            <p:ph type="sldNum" idx="12"/>
          </p:nvPr>
        </p:nvSpPr>
        <p:spPr>
          <a:xfrm>
            <a:off x="9431023" y="6035342"/>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34</a:t>
            </a:fld>
            <a:endParaRPr/>
          </a:p>
        </p:txBody>
      </p:sp>
      <p:pic>
        <p:nvPicPr>
          <p:cNvPr id="433" name="Google Shape;433;g3d5f58f541d_2_2"/>
          <p:cNvPicPr preferRelativeResize="0"/>
          <p:nvPr/>
        </p:nvPicPr>
        <p:blipFill>
          <a:blip r:embed="rId4">
            <a:alphaModFix/>
          </a:blip>
          <a:stretch>
            <a:fillRect/>
          </a:stretch>
        </p:blipFill>
        <p:spPr>
          <a:xfrm>
            <a:off x="1906777" y="1056989"/>
            <a:ext cx="3301225" cy="2662575"/>
          </a:xfrm>
          <a:prstGeom prst="rect">
            <a:avLst/>
          </a:prstGeom>
          <a:noFill/>
          <a:ln>
            <a:noFill/>
          </a:ln>
        </p:spPr>
      </p:pic>
      <p:pic>
        <p:nvPicPr>
          <p:cNvPr id="434" name="Google Shape;434;g3d5f58f541d_2_2"/>
          <p:cNvPicPr preferRelativeResize="0"/>
          <p:nvPr/>
        </p:nvPicPr>
        <p:blipFill>
          <a:blip r:embed="rId5">
            <a:alphaModFix/>
          </a:blip>
          <a:stretch>
            <a:fillRect/>
          </a:stretch>
        </p:blipFill>
        <p:spPr>
          <a:xfrm>
            <a:off x="5360402" y="1042514"/>
            <a:ext cx="3301225" cy="2662572"/>
          </a:xfrm>
          <a:prstGeom prst="rect">
            <a:avLst/>
          </a:prstGeom>
          <a:noFill/>
          <a:ln>
            <a:noFill/>
          </a:ln>
        </p:spPr>
      </p:pic>
      <p:pic>
        <p:nvPicPr>
          <p:cNvPr id="435" name="Google Shape;435;g3d5f58f541d_2_2"/>
          <p:cNvPicPr preferRelativeResize="0"/>
          <p:nvPr/>
        </p:nvPicPr>
        <p:blipFill>
          <a:blip r:embed="rId6">
            <a:alphaModFix/>
          </a:blip>
          <a:stretch>
            <a:fillRect/>
          </a:stretch>
        </p:blipFill>
        <p:spPr>
          <a:xfrm>
            <a:off x="1895159" y="3647067"/>
            <a:ext cx="3297562" cy="2659627"/>
          </a:xfrm>
          <a:prstGeom prst="rect">
            <a:avLst/>
          </a:prstGeom>
          <a:noFill/>
          <a:ln>
            <a:noFill/>
          </a:ln>
        </p:spPr>
      </p:pic>
      <p:pic>
        <p:nvPicPr>
          <p:cNvPr id="436" name="Google Shape;436;g3d5f58f541d_2_2"/>
          <p:cNvPicPr preferRelativeResize="0"/>
          <p:nvPr/>
        </p:nvPicPr>
        <p:blipFill>
          <a:blip r:embed="rId7">
            <a:alphaModFix/>
          </a:blip>
          <a:stretch>
            <a:fillRect/>
          </a:stretch>
        </p:blipFill>
        <p:spPr>
          <a:xfrm>
            <a:off x="5360402" y="3625503"/>
            <a:ext cx="3297562" cy="2659627"/>
          </a:xfrm>
          <a:prstGeom prst="rect">
            <a:avLst/>
          </a:prstGeom>
          <a:noFill/>
          <a:ln>
            <a:noFill/>
          </a:ln>
        </p:spPr>
      </p:pic>
      <p:sp>
        <p:nvSpPr>
          <p:cNvPr id="437" name="Google Shape;437;g3d5f58f541d_2_2"/>
          <p:cNvSpPr txBox="1">
            <a:spLocks noGrp="1"/>
          </p:cNvSpPr>
          <p:nvPr>
            <p:ph type="title"/>
          </p:nvPr>
        </p:nvSpPr>
        <p:spPr>
          <a:xfrm rot="-5400000">
            <a:off x="613925" y="2004200"/>
            <a:ext cx="1986300" cy="599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1700" b="1">
                <a:solidFill>
                  <a:srgbClr val="202122"/>
                </a:solidFill>
                <a:highlight>
                  <a:srgbClr val="FFFFFF"/>
                </a:highlight>
                <a:latin typeface="Arial"/>
                <a:ea typeface="Arial"/>
                <a:cs typeface="Arial"/>
                <a:sym typeface="Arial"/>
              </a:rPr>
              <a:t>XGB Regressor</a:t>
            </a:r>
            <a:endParaRPr sz="1700"/>
          </a:p>
        </p:txBody>
      </p:sp>
      <p:sp>
        <p:nvSpPr>
          <p:cNvPr id="438" name="Google Shape;438;g3d5f58f541d_2_2"/>
          <p:cNvSpPr txBox="1">
            <a:spLocks noGrp="1"/>
          </p:cNvSpPr>
          <p:nvPr>
            <p:ph type="title"/>
          </p:nvPr>
        </p:nvSpPr>
        <p:spPr>
          <a:xfrm rot="5400489">
            <a:off x="7997500" y="2022450"/>
            <a:ext cx="2109900" cy="599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1700" b="1">
                <a:solidFill>
                  <a:srgbClr val="202122"/>
                </a:solidFill>
                <a:highlight>
                  <a:srgbClr val="FFFFFF"/>
                </a:highlight>
                <a:latin typeface="Arial"/>
                <a:ea typeface="Arial"/>
                <a:cs typeface="Arial"/>
                <a:sym typeface="Arial"/>
              </a:rPr>
              <a:t>LightGBM Regressor</a:t>
            </a:r>
            <a:endParaRPr sz="1700"/>
          </a:p>
        </p:txBody>
      </p:sp>
      <p:sp>
        <p:nvSpPr>
          <p:cNvPr id="439" name="Google Shape;439;g3d5f58f541d_2_2"/>
          <p:cNvSpPr txBox="1">
            <a:spLocks noGrp="1"/>
          </p:cNvSpPr>
          <p:nvPr>
            <p:ph type="title"/>
          </p:nvPr>
        </p:nvSpPr>
        <p:spPr>
          <a:xfrm rot="5400489">
            <a:off x="8033908" y="4422186"/>
            <a:ext cx="2109900" cy="599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1700" b="1">
                <a:solidFill>
                  <a:srgbClr val="202122"/>
                </a:solidFill>
                <a:highlight>
                  <a:srgbClr val="FFFFFF"/>
                </a:highlight>
                <a:latin typeface="Arial"/>
                <a:ea typeface="Arial"/>
                <a:cs typeface="Arial"/>
                <a:sym typeface="Arial"/>
              </a:rPr>
              <a:t>Support Vector Regression (SVR)</a:t>
            </a:r>
            <a:endParaRPr sz="1700"/>
          </a:p>
        </p:txBody>
      </p:sp>
      <p:sp>
        <p:nvSpPr>
          <p:cNvPr id="440" name="Google Shape;440;g3d5f58f541d_2_2"/>
          <p:cNvSpPr txBox="1">
            <a:spLocks noGrp="1"/>
          </p:cNvSpPr>
          <p:nvPr>
            <p:ph type="title"/>
          </p:nvPr>
        </p:nvSpPr>
        <p:spPr>
          <a:xfrm rot="-5400000">
            <a:off x="635835" y="4476431"/>
            <a:ext cx="1986300" cy="599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1700" b="1">
                <a:solidFill>
                  <a:srgbClr val="202122"/>
                </a:solidFill>
                <a:highlight>
                  <a:srgbClr val="FFFFFF"/>
                </a:highlight>
                <a:latin typeface="Arial"/>
                <a:ea typeface="Arial"/>
                <a:cs typeface="Arial"/>
                <a:sym typeface="Arial"/>
              </a:rPr>
              <a:t>KNeighbors Regressor</a:t>
            </a:r>
            <a:endParaRPr sz="1700" b="1">
              <a:solidFill>
                <a:srgbClr val="202122"/>
              </a:solidFill>
              <a:highlight>
                <a:srgbClr val="FFFFFF"/>
              </a:highlight>
              <a:latin typeface="Arial"/>
              <a:ea typeface="Arial"/>
              <a:cs typeface="Arial"/>
              <a:sym typeface="Arial"/>
            </a:endParaRPr>
          </a:p>
        </p:txBody>
      </p:sp>
      <p:sp>
        <p:nvSpPr>
          <p:cNvPr id="441" name="Google Shape;441;g3d5f58f541d_2_2"/>
          <p:cNvSpPr txBox="1"/>
          <p:nvPr/>
        </p:nvSpPr>
        <p:spPr>
          <a:xfrm>
            <a:off x="9443275" y="1813175"/>
            <a:ext cx="2162400" cy="892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2300" b="1">
                <a:solidFill>
                  <a:srgbClr val="382D7B"/>
                </a:solidFill>
              </a:rPr>
              <a:t>Best Prediction</a:t>
            </a:r>
            <a:endParaRPr sz="1200"/>
          </a:p>
        </p:txBody>
      </p:sp>
      <p:sp>
        <p:nvSpPr>
          <p:cNvPr id="442" name="Google Shape;442;g3d5f58f541d_2_2"/>
          <p:cNvSpPr txBox="1"/>
          <p:nvPr/>
        </p:nvSpPr>
        <p:spPr>
          <a:xfrm>
            <a:off x="9595675" y="4175850"/>
            <a:ext cx="2162400" cy="892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2300" b="1">
                <a:solidFill>
                  <a:srgbClr val="382D7B"/>
                </a:solidFill>
              </a:rPr>
              <a:t>Worst Prediction</a:t>
            </a:r>
            <a:endParaRPr sz="12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g3d5f58f541d_1_62"/>
          <p:cNvSpPr txBox="1">
            <a:spLocks noGrp="1"/>
          </p:cNvSpPr>
          <p:nvPr>
            <p:ph type="title"/>
          </p:nvPr>
        </p:nvSpPr>
        <p:spPr>
          <a:xfrm>
            <a:off x="572725" y="445600"/>
            <a:ext cx="9411600" cy="4983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r>
              <a:rPr lang="en-US" sz="2500" b="1">
                <a:solidFill>
                  <a:srgbClr val="382D7B"/>
                </a:solidFill>
                <a:latin typeface="Arial"/>
                <a:ea typeface="Arial"/>
                <a:cs typeface="Arial"/>
                <a:sym typeface="Arial"/>
              </a:rPr>
              <a:t>Prediction Result: Industrial Water Quality Index (indWQI)</a:t>
            </a:r>
            <a:endParaRPr sz="3000" b="1">
              <a:solidFill>
                <a:srgbClr val="382D7B"/>
              </a:solidFill>
              <a:latin typeface="Arial"/>
              <a:ea typeface="Arial"/>
              <a:cs typeface="Arial"/>
              <a:sym typeface="Arial"/>
            </a:endParaRPr>
          </a:p>
        </p:txBody>
      </p:sp>
      <p:pic>
        <p:nvPicPr>
          <p:cNvPr id="449" name="Google Shape;449;g3d5f58f541d_1_62"/>
          <p:cNvPicPr preferRelativeResize="0"/>
          <p:nvPr/>
        </p:nvPicPr>
        <p:blipFill rotWithShape="1">
          <a:blip r:embed="rId3">
            <a:alphaModFix/>
          </a:blip>
          <a:srcRect/>
          <a:stretch/>
        </p:blipFill>
        <p:spPr>
          <a:xfrm>
            <a:off x="9918800" y="385675"/>
            <a:ext cx="1686789" cy="498301"/>
          </a:xfrm>
          <a:prstGeom prst="rect">
            <a:avLst/>
          </a:prstGeom>
          <a:noFill/>
          <a:ln>
            <a:noFill/>
          </a:ln>
        </p:spPr>
      </p:pic>
      <p:sp>
        <p:nvSpPr>
          <p:cNvPr id="450" name="Google Shape;450;g3d5f58f541d_1_62"/>
          <p:cNvSpPr txBox="1">
            <a:spLocks noGrp="1"/>
          </p:cNvSpPr>
          <p:nvPr>
            <p:ph type="sldNum" idx="12"/>
          </p:nvPr>
        </p:nvSpPr>
        <p:spPr>
          <a:xfrm>
            <a:off x="9431023" y="6035342"/>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35</a:t>
            </a:fld>
            <a:endParaRPr/>
          </a:p>
        </p:txBody>
      </p:sp>
      <p:sp>
        <p:nvSpPr>
          <p:cNvPr id="451" name="Google Shape;451;g3d5f58f541d_1_62"/>
          <p:cNvSpPr txBox="1">
            <a:spLocks noGrp="1"/>
          </p:cNvSpPr>
          <p:nvPr>
            <p:ph type="title"/>
          </p:nvPr>
        </p:nvSpPr>
        <p:spPr>
          <a:xfrm rot="-5400000">
            <a:off x="613925" y="2004200"/>
            <a:ext cx="1986300" cy="599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1700" b="1">
                <a:solidFill>
                  <a:srgbClr val="202122"/>
                </a:solidFill>
                <a:highlight>
                  <a:srgbClr val="FFFFFF"/>
                </a:highlight>
                <a:latin typeface="Arial"/>
                <a:ea typeface="Arial"/>
                <a:cs typeface="Arial"/>
                <a:sym typeface="Arial"/>
              </a:rPr>
              <a:t>LightGBM Regressor</a:t>
            </a:r>
            <a:endParaRPr sz="1700"/>
          </a:p>
        </p:txBody>
      </p:sp>
      <p:sp>
        <p:nvSpPr>
          <p:cNvPr id="452" name="Google Shape;452;g3d5f58f541d_1_62"/>
          <p:cNvSpPr txBox="1">
            <a:spLocks noGrp="1"/>
          </p:cNvSpPr>
          <p:nvPr>
            <p:ph type="title"/>
          </p:nvPr>
        </p:nvSpPr>
        <p:spPr>
          <a:xfrm rot="5400489">
            <a:off x="7997500" y="2022450"/>
            <a:ext cx="2109900" cy="599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1700" b="1">
                <a:solidFill>
                  <a:srgbClr val="202122"/>
                </a:solidFill>
                <a:highlight>
                  <a:srgbClr val="FFFFFF"/>
                </a:highlight>
                <a:latin typeface="Arial"/>
                <a:ea typeface="Arial"/>
                <a:cs typeface="Arial"/>
                <a:sym typeface="Arial"/>
              </a:rPr>
              <a:t>XGB Regressor</a:t>
            </a:r>
            <a:endParaRPr sz="1700"/>
          </a:p>
        </p:txBody>
      </p:sp>
      <p:sp>
        <p:nvSpPr>
          <p:cNvPr id="453" name="Google Shape;453;g3d5f58f541d_1_62"/>
          <p:cNvSpPr txBox="1">
            <a:spLocks noGrp="1"/>
          </p:cNvSpPr>
          <p:nvPr>
            <p:ph type="title"/>
          </p:nvPr>
        </p:nvSpPr>
        <p:spPr>
          <a:xfrm rot="5400489">
            <a:off x="8033908" y="4422186"/>
            <a:ext cx="2109900" cy="599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1700" b="1">
                <a:solidFill>
                  <a:srgbClr val="202122"/>
                </a:solidFill>
                <a:highlight>
                  <a:srgbClr val="FFFFFF"/>
                </a:highlight>
                <a:latin typeface="Arial"/>
                <a:ea typeface="Arial"/>
                <a:cs typeface="Arial"/>
                <a:sym typeface="Arial"/>
              </a:rPr>
              <a:t>Support Vector Regression (SVR)</a:t>
            </a:r>
            <a:endParaRPr sz="1700"/>
          </a:p>
        </p:txBody>
      </p:sp>
      <p:sp>
        <p:nvSpPr>
          <p:cNvPr id="454" name="Google Shape;454;g3d5f58f541d_1_62"/>
          <p:cNvSpPr txBox="1">
            <a:spLocks noGrp="1"/>
          </p:cNvSpPr>
          <p:nvPr>
            <p:ph type="title"/>
          </p:nvPr>
        </p:nvSpPr>
        <p:spPr>
          <a:xfrm rot="-5400000">
            <a:off x="635835" y="4476431"/>
            <a:ext cx="1986300" cy="599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1700" b="1">
                <a:solidFill>
                  <a:srgbClr val="202122"/>
                </a:solidFill>
                <a:highlight>
                  <a:srgbClr val="FFFFFF"/>
                </a:highlight>
                <a:latin typeface="Arial"/>
                <a:ea typeface="Arial"/>
                <a:cs typeface="Arial"/>
                <a:sym typeface="Arial"/>
              </a:rPr>
              <a:t>MLP Regressor</a:t>
            </a:r>
            <a:endParaRPr sz="1700" b="1">
              <a:solidFill>
                <a:srgbClr val="202122"/>
              </a:solidFill>
              <a:highlight>
                <a:srgbClr val="FFFFFF"/>
              </a:highlight>
              <a:latin typeface="Arial"/>
              <a:ea typeface="Arial"/>
              <a:cs typeface="Arial"/>
              <a:sym typeface="Arial"/>
            </a:endParaRPr>
          </a:p>
        </p:txBody>
      </p:sp>
      <p:pic>
        <p:nvPicPr>
          <p:cNvPr id="455" name="Google Shape;455;g3d5f58f541d_1_62"/>
          <p:cNvPicPr preferRelativeResize="0"/>
          <p:nvPr/>
        </p:nvPicPr>
        <p:blipFill>
          <a:blip r:embed="rId4">
            <a:alphaModFix/>
          </a:blip>
          <a:stretch>
            <a:fillRect/>
          </a:stretch>
        </p:blipFill>
        <p:spPr>
          <a:xfrm>
            <a:off x="2059175" y="1096300"/>
            <a:ext cx="3126925" cy="2522019"/>
          </a:xfrm>
          <a:prstGeom prst="rect">
            <a:avLst/>
          </a:prstGeom>
          <a:noFill/>
          <a:ln>
            <a:noFill/>
          </a:ln>
        </p:spPr>
      </p:pic>
      <p:pic>
        <p:nvPicPr>
          <p:cNvPr id="456" name="Google Shape;456;g3d5f58f541d_1_62"/>
          <p:cNvPicPr preferRelativeResize="0"/>
          <p:nvPr/>
        </p:nvPicPr>
        <p:blipFill>
          <a:blip r:embed="rId5">
            <a:alphaModFix/>
          </a:blip>
          <a:stretch>
            <a:fillRect/>
          </a:stretch>
        </p:blipFill>
        <p:spPr>
          <a:xfrm>
            <a:off x="5525050" y="1096300"/>
            <a:ext cx="3126925" cy="2521998"/>
          </a:xfrm>
          <a:prstGeom prst="rect">
            <a:avLst/>
          </a:prstGeom>
          <a:noFill/>
          <a:ln>
            <a:noFill/>
          </a:ln>
        </p:spPr>
      </p:pic>
      <p:pic>
        <p:nvPicPr>
          <p:cNvPr id="457" name="Google Shape;457;g3d5f58f541d_1_62"/>
          <p:cNvPicPr preferRelativeResize="0"/>
          <p:nvPr/>
        </p:nvPicPr>
        <p:blipFill>
          <a:blip r:embed="rId6">
            <a:alphaModFix/>
          </a:blip>
          <a:stretch>
            <a:fillRect/>
          </a:stretch>
        </p:blipFill>
        <p:spPr>
          <a:xfrm>
            <a:off x="2081085" y="3647066"/>
            <a:ext cx="3126918" cy="2521995"/>
          </a:xfrm>
          <a:prstGeom prst="rect">
            <a:avLst/>
          </a:prstGeom>
          <a:noFill/>
          <a:ln>
            <a:noFill/>
          </a:ln>
        </p:spPr>
      </p:pic>
      <p:pic>
        <p:nvPicPr>
          <p:cNvPr id="458" name="Google Shape;458;g3d5f58f541d_1_62"/>
          <p:cNvPicPr preferRelativeResize="0"/>
          <p:nvPr/>
        </p:nvPicPr>
        <p:blipFill>
          <a:blip r:embed="rId7">
            <a:alphaModFix/>
          </a:blip>
          <a:stretch>
            <a:fillRect/>
          </a:stretch>
        </p:blipFill>
        <p:spPr>
          <a:xfrm>
            <a:off x="5360402" y="3625503"/>
            <a:ext cx="3276207" cy="2642403"/>
          </a:xfrm>
          <a:prstGeom prst="rect">
            <a:avLst/>
          </a:prstGeom>
          <a:noFill/>
          <a:ln>
            <a:noFill/>
          </a:ln>
        </p:spPr>
      </p:pic>
      <p:sp>
        <p:nvSpPr>
          <p:cNvPr id="459" name="Google Shape;459;g3d5f58f541d_1_62"/>
          <p:cNvSpPr txBox="1"/>
          <p:nvPr/>
        </p:nvSpPr>
        <p:spPr>
          <a:xfrm>
            <a:off x="9443275" y="1813175"/>
            <a:ext cx="2162400" cy="892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2300" b="1">
                <a:solidFill>
                  <a:srgbClr val="382D7B"/>
                </a:solidFill>
              </a:rPr>
              <a:t>Best Prediction</a:t>
            </a:r>
            <a:endParaRPr sz="1200"/>
          </a:p>
        </p:txBody>
      </p:sp>
      <p:sp>
        <p:nvSpPr>
          <p:cNvPr id="460" name="Google Shape;460;g3d5f58f541d_1_62"/>
          <p:cNvSpPr txBox="1"/>
          <p:nvPr/>
        </p:nvSpPr>
        <p:spPr>
          <a:xfrm>
            <a:off x="9595675" y="4175850"/>
            <a:ext cx="2162400" cy="892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2300" b="1">
                <a:solidFill>
                  <a:srgbClr val="382D7B"/>
                </a:solidFill>
              </a:rPr>
              <a:t>Worst Prediction</a:t>
            </a:r>
            <a:endParaRPr sz="12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g3d5f58f541d_1_86"/>
          <p:cNvSpPr txBox="1">
            <a:spLocks noGrp="1"/>
          </p:cNvSpPr>
          <p:nvPr>
            <p:ph type="title"/>
          </p:nvPr>
        </p:nvSpPr>
        <p:spPr>
          <a:xfrm>
            <a:off x="572725" y="445600"/>
            <a:ext cx="9411600" cy="4983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r>
              <a:rPr lang="en-US" sz="2500" b="1">
                <a:solidFill>
                  <a:srgbClr val="382D7B"/>
                </a:solidFill>
                <a:latin typeface="Arial"/>
                <a:ea typeface="Arial"/>
                <a:cs typeface="Arial"/>
                <a:sym typeface="Arial"/>
              </a:rPr>
              <a:t>Prediction Result: Drinking Water Quality Index (DWQI)</a:t>
            </a:r>
            <a:endParaRPr sz="3000" b="1">
              <a:solidFill>
                <a:srgbClr val="382D7B"/>
              </a:solidFill>
              <a:latin typeface="Arial"/>
              <a:ea typeface="Arial"/>
              <a:cs typeface="Arial"/>
              <a:sym typeface="Arial"/>
            </a:endParaRPr>
          </a:p>
        </p:txBody>
      </p:sp>
      <p:pic>
        <p:nvPicPr>
          <p:cNvPr id="467" name="Google Shape;467;g3d5f58f541d_1_86"/>
          <p:cNvPicPr preferRelativeResize="0"/>
          <p:nvPr/>
        </p:nvPicPr>
        <p:blipFill rotWithShape="1">
          <a:blip r:embed="rId3">
            <a:alphaModFix/>
          </a:blip>
          <a:srcRect/>
          <a:stretch/>
        </p:blipFill>
        <p:spPr>
          <a:xfrm>
            <a:off x="9918800" y="385675"/>
            <a:ext cx="1686789" cy="498301"/>
          </a:xfrm>
          <a:prstGeom prst="rect">
            <a:avLst/>
          </a:prstGeom>
          <a:noFill/>
          <a:ln>
            <a:noFill/>
          </a:ln>
        </p:spPr>
      </p:pic>
      <p:sp>
        <p:nvSpPr>
          <p:cNvPr id="468" name="Google Shape;468;g3d5f58f541d_1_86"/>
          <p:cNvSpPr txBox="1">
            <a:spLocks noGrp="1"/>
          </p:cNvSpPr>
          <p:nvPr>
            <p:ph type="sldNum" idx="12"/>
          </p:nvPr>
        </p:nvSpPr>
        <p:spPr>
          <a:xfrm>
            <a:off x="9431023" y="6035342"/>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36</a:t>
            </a:fld>
            <a:endParaRPr/>
          </a:p>
        </p:txBody>
      </p:sp>
      <p:sp>
        <p:nvSpPr>
          <p:cNvPr id="469" name="Google Shape;469;g3d5f58f541d_1_86"/>
          <p:cNvSpPr txBox="1">
            <a:spLocks noGrp="1"/>
          </p:cNvSpPr>
          <p:nvPr>
            <p:ph type="title"/>
          </p:nvPr>
        </p:nvSpPr>
        <p:spPr>
          <a:xfrm rot="-5400000">
            <a:off x="613925" y="2004200"/>
            <a:ext cx="1986300" cy="599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1100"/>
              <a:buFont typeface="Arial"/>
              <a:buNone/>
            </a:pPr>
            <a:r>
              <a:rPr lang="en-US" sz="1700" b="1">
                <a:solidFill>
                  <a:srgbClr val="202122"/>
                </a:solidFill>
                <a:highlight>
                  <a:schemeClr val="lt1"/>
                </a:highlight>
                <a:latin typeface="Arial"/>
                <a:ea typeface="Arial"/>
                <a:cs typeface="Arial"/>
                <a:sym typeface="Arial"/>
              </a:rPr>
              <a:t>XGB Regressor</a:t>
            </a:r>
            <a:endParaRPr sz="1700"/>
          </a:p>
          <a:p>
            <a:pPr marL="0" lvl="0" indent="0" algn="ctr" rtl="0">
              <a:spcBef>
                <a:spcPts val="0"/>
              </a:spcBef>
              <a:spcAft>
                <a:spcPts val="0"/>
              </a:spcAft>
              <a:buNone/>
            </a:pPr>
            <a:endParaRPr sz="1700" b="1">
              <a:solidFill>
                <a:srgbClr val="202122"/>
              </a:solidFill>
              <a:highlight>
                <a:srgbClr val="FFFFFF"/>
              </a:highlight>
              <a:latin typeface="Arial"/>
              <a:ea typeface="Arial"/>
              <a:cs typeface="Arial"/>
              <a:sym typeface="Arial"/>
            </a:endParaRPr>
          </a:p>
        </p:txBody>
      </p:sp>
      <p:sp>
        <p:nvSpPr>
          <p:cNvPr id="470" name="Google Shape;470;g3d5f58f541d_1_86"/>
          <p:cNvSpPr txBox="1">
            <a:spLocks noGrp="1"/>
          </p:cNvSpPr>
          <p:nvPr>
            <p:ph type="title"/>
          </p:nvPr>
        </p:nvSpPr>
        <p:spPr>
          <a:xfrm rot="5400489">
            <a:off x="7997500" y="2022450"/>
            <a:ext cx="2109900" cy="599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1700" b="1">
                <a:solidFill>
                  <a:srgbClr val="202122"/>
                </a:solidFill>
                <a:highlight>
                  <a:srgbClr val="FFFFFF"/>
                </a:highlight>
                <a:latin typeface="Arial"/>
                <a:ea typeface="Arial"/>
                <a:cs typeface="Arial"/>
                <a:sym typeface="Arial"/>
              </a:rPr>
              <a:t>Gradient Boosting Regressor</a:t>
            </a:r>
            <a:endParaRPr sz="1700"/>
          </a:p>
        </p:txBody>
      </p:sp>
      <p:sp>
        <p:nvSpPr>
          <p:cNvPr id="471" name="Google Shape;471;g3d5f58f541d_1_86"/>
          <p:cNvSpPr txBox="1">
            <a:spLocks noGrp="1"/>
          </p:cNvSpPr>
          <p:nvPr>
            <p:ph type="title"/>
          </p:nvPr>
        </p:nvSpPr>
        <p:spPr>
          <a:xfrm rot="5400489">
            <a:off x="8033908" y="4422186"/>
            <a:ext cx="2109900" cy="599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1700" b="1">
                <a:solidFill>
                  <a:srgbClr val="202122"/>
                </a:solidFill>
                <a:highlight>
                  <a:srgbClr val="FFFFFF"/>
                </a:highlight>
                <a:latin typeface="Arial"/>
                <a:ea typeface="Arial"/>
                <a:cs typeface="Arial"/>
                <a:sym typeface="Arial"/>
              </a:rPr>
              <a:t>Ridge Regression</a:t>
            </a:r>
            <a:endParaRPr sz="1700"/>
          </a:p>
        </p:txBody>
      </p:sp>
      <p:sp>
        <p:nvSpPr>
          <p:cNvPr id="472" name="Google Shape;472;g3d5f58f541d_1_86"/>
          <p:cNvSpPr txBox="1">
            <a:spLocks noGrp="1"/>
          </p:cNvSpPr>
          <p:nvPr>
            <p:ph type="title"/>
          </p:nvPr>
        </p:nvSpPr>
        <p:spPr>
          <a:xfrm rot="-5400000">
            <a:off x="635835" y="4476431"/>
            <a:ext cx="1986300" cy="599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1700" b="1">
                <a:solidFill>
                  <a:srgbClr val="202122"/>
                </a:solidFill>
                <a:highlight>
                  <a:srgbClr val="FFFFFF"/>
                </a:highlight>
                <a:latin typeface="Arial"/>
                <a:ea typeface="Arial"/>
                <a:cs typeface="Arial"/>
                <a:sym typeface="Arial"/>
              </a:rPr>
              <a:t>KNeighbors Regressor</a:t>
            </a:r>
            <a:endParaRPr sz="1700" b="1">
              <a:solidFill>
                <a:srgbClr val="202122"/>
              </a:solidFill>
              <a:highlight>
                <a:srgbClr val="FFFFFF"/>
              </a:highlight>
              <a:latin typeface="Arial"/>
              <a:ea typeface="Arial"/>
              <a:cs typeface="Arial"/>
              <a:sym typeface="Arial"/>
            </a:endParaRPr>
          </a:p>
        </p:txBody>
      </p:sp>
      <p:pic>
        <p:nvPicPr>
          <p:cNvPr id="473" name="Google Shape;473;g3d5f58f541d_1_86"/>
          <p:cNvPicPr preferRelativeResize="0"/>
          <p:nvPr/>
        </p:nvPicPr>
        <p:blipFill>
          <a:blip r:embed="rId4">
            <a:alphaModFix/>
          </a:blip>
          <a:stretch>
            <a:fillRect/>
          </a:stretch>
        </p:blipFill>
        <p:spPr>
          <a:xfrm>
            <a:off x="2233162" y="1096300"/>
            <a:ext cx="3126925" cy="2522019"/>
          </a:xfrm>
          <a:prstGeom prst="rect">
            <a:avLst/>
          </a:prstGeom>
          <a:noFill/>
          <a:ln>
            <a:noFill/>
          </a:ln>
        </p:spPr>
      </p:pic>
      <p:pic>
        <p:nvPicPr>
          <p:cNvPr id="474" name="Google Shape;474;g3d5f58f541d_1_86"/>
          <p:cNvPicPr preferRelativeResize="0"/>
          <p:nvPr/>
        </p:nvPicPr>
        <p:blipFill>
          <a:blip r:embed="rId5">
            <a:alphaModFix/>
          </a:blip>
          <a:stretch>
            <a:fillRect/>
          </a:stretch>
        </p:blipFill>
        <p:spPr>
          <a:xfrm>
            <a:off x="5504176" y="1096300"/>
            <a:ext cx="3126925" cy="2521998"/>
          </a:xfrm>
          <a:prstGeom prst="rect">
            <a:avLst/>
          </a:prstGeom>
          <a:noFill/>
          <a:ln>
            <a:noFill/>
          </a:ln>
        </p:spPr>
      </p:pic>
      <p:pic>
        <p:nvPicPr>
          <p:cNvPr id="475" name="Google Shape;475;g3d5f58f541d_1_86"/>
          <p:cNvPicPr preferRelativeResize="0"/>
          <p:nvPr/>
        </p:nvPicPr>
        <p:blipFill>
          <a:blip r:embed="rId6">
            <a:alphaModFix/>
          </a:blip>
          <a:stretch>
            <a:fillRect/>
          </a:stretch>
        </p:blipFill>
        <p:spPr>
          <a:xfrm>
            <a:off x="1892598" y="3495239"/>
            <a:ext cx="3638839" cy="2934881"/>
          </a:xfrm>
          <a:prstGeom prst="rect">
            <a:avLst/>
          </a:prstGeom>
          <a:noFill/>
          <a:ln>
            <a:noFill/>
          </a:ln>
        </p:spPr>
      </p:pic>
      <p:pic>
        <p:nvPicPr>
          <p:cNvPr id="476" name="Google Shape;476;g3d5f58f541d_1_86"/>
          <p:cNvPicPr preferRelativeResize="0"/>
          <p:nvPr/>
        </p:nvPicPr>
        <p:blipFill>
          <a:blip r:embed="rId7">
            <a:alphaModFix/>
          </a:blip>
          <a:stretch>
            <a:fillRect/>
          </a:stretch>
        </p:blipFill>
        <p:spPr>
          <a:xfrm>
            <a:off x="5646750" y="3775767"/>
            <a:ext cx="2989850" cy="2357783"/>
          </a:xfrm>
          <a:prstGeom prst="rect">
            <a:avLst/>
          </a:prstGeom>
          <a:noFill/>
          <a:ln>
            <a:noFill/>
          </a:ln>
        </p:spPr>
      </p:pic>
      <p:sp>
        <p:nvSpPr>
          <p:cNvPr id="477" name="Google Shape;477;g3d5f58f541d_1_86"/>
          <p:cNvSpPr txBox="1"/>
          <p:nvPr/>
        </p:nvSpPr>
        <p:spPr>
          <a:xfrm>
            <a:off x="9443275" y="1813175"/>
            <a:ext cx="2162400" cy="892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2300" b="1">
                <a:solidFill>
                  <a:srgbClr val="382D7B"/>
                </a:solidFill>
              </a:rPr>
              <a:t>Best Prediction</a:t>
            </a:r>
            <a:endParaRPr sz="1200"/>
          </a:p>
        </p:txBody>
      </p:sp>
      <p:sp>
        <p:nvSpPr>
          <p:cNvPr id="478" name="Google Shape;478;g3d5f58f541d_1_86"/>
          <p:cNvSpPr txBox="1"/>
          <p:nvPr/>
        </p:nvSpPr>
        <p:spPr>
          <a:xfrm>
            <a:off x="9595675" y="4175850"/>
            <a:ext cx="2162400" cy="892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2300" b="1">
                <a:solidFill>
                  <a:srgbClr val="382D7B"/>
                </a:solidFill>
              </a:rPr>
              <a:t>Worst Prediction</a:t>
            </a:r>
            <a:endParaRPr sz="12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g3d5f58f541d_1_109"/>
          <p:cNvSpPr txBox="1">
            <a:spLocks noGrp="1"/>
          </p:cNvSpPr>
          <p:nvPr>
            <p:ph type="title"/>
          </p:nvPr>
        </p:nvSpPr>
        <p:spPr>
          <a:xfrm>
            <a:off x="572725" y="445600"/>
            <a:ext cx="9411600" cy="4983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r>
              <a:rPr lang="en-US" sz="2500" b="1">
                <a:solidFill>
                  <a:srgbClr val="382D7B"/>
                </a:solidFill>
                <a:latin typeface="Arial"/>
                <a:ea typeface="Arial"/>
                <a:cs typeface="Arial"/>
                <a:sym typeface="Arial"/>
              </a:rPr>
              <a:t>Prediction Result: Aquaculture Water Quality Index (AWQI)</a:t>
            </a:r>
            <a:endParaRPr sz="3000" b="1">
              <a:solidFill>
                <a:srgbClr val="382D7B"/>
              </a:solidFill>
              <a:latin typeface="Arial"/>
              <a:ea typeface="Arial"/>
              <a:cs typeface="Arial"/>
              <a:sym typeface="Arial"/>
            </a:endParaRPr>
          </a:p>
        </p:txBody>
      </p:sp>
      <p:pic>
        <p:nvPicPr>
          <p:cNvPr id="485" name="Google Shape;485;g3d5f58f541d_1_109"/>
          <p:cNvPicPr preferRelativeResize="0"/>
          <p:nvPr/>
        </p:nvPicPr>
        <p:blipFill rotWithShape="1">
          <a:blip r:embed="rId3">
            <a:alphaModFix/>
          </a:blip>
          <a:srcRect/>
          <a:stretch/>
        </p:blipFill>
        <p:spPr>
          <a:xfrm>
            <a:off x="9918800" y="385675"/>
            <a:ext cx="1686789" cy="498301"/>
          </a:xfrm>
          <a:prstGeom prst="rect">
            <a:avLst/>
          </a:prstGeom>
          <a:noFill/>
          <a:ln>
            <a:noFill/>
          </a:ln>
        </p:spPr>
      </p:pic>
      <p:sp>
        <p:nvSpPr>
          <p:cNvPr id="486" name="Google Shape;486;g3d5f58f541d_1_109"/>
          <p:cNvSpPr txBox="1">
            <a:spLocks noGrp="1"/>
          </p:cNvSpPr>
          <p:nvPr>
            <p:ph type="sldNum" idx="12"/>
          </p:nvPr>
        </p:nvSpPr>
        <p:spPr>
          <a:xfrm>
            <a:off x="9431023" y="6035342"/>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37</a:t>
            </a:fld>
            <a:endParaRPr/>
          </a:p>
        </p:txBody>
      </p:sp>
      <p:sp>
        <p:nvSpPr>
          <p:cNvPr id="487" name="Google Shape;487;g3d5f58f541d_1_109"/>
          <p:cNvSpPr txBox="1">
            <a:spLocks noGrp="1"/>
          </p:cNvSpPr>
          <p:nvPr>
            <p:ph type="title"/>
          </p:nvPr>
        </p:nvSpPr>
        <p:spPr>
          <a:xfrm rot="-5400000">
            <a:off x="613925" y="2004200"/>
            <a:ext cx="1986300" cy="599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1700" b="1">
                <a:solidFill>
                  <a:srgbClr val="202122"/>
                </a:solidFill>
                <a:highlight>
                  <a:schemeClr val="lt1"/>
                </a:highlight>
                <a:latin typeface="Arial"/>
                <a:ea typeface="Arial"/>
                <a:cs typeface="Arial"/>
                <a:sym typeface="Arial"/>
              </a:rPr>
              <a:t>XGB Regressor</a:t>
            </a:r>
            <a:endParaRPr sz="1700"/>
          </a:p>
          <a:p>
            <a:pPr marL="0" lvl="0" indent="0" algn="ctr" rtl="0">
              <a:spcBef>
                <a:spcPts val="0"/>
              </a:spcBef>
              <a:spcAft>
                <a:spcPts val="0"/>
              </a:spcAft>
              <a:buNone/>
            </a:pPr>
            <a:endParaRPr sz="1700" b="1">
              <a:solidFill>
                <a:srgbClr val="202122"/>
              </a:solidFill>
              <a:highlight>
                <a:srgbClr val="FFFFFF"/>
              </a:highlight>
              <a:latin typeface="Arial"/>
              <a:ea typeface="Arial"/>
              <a:cs typeface="Arial"/>
              <a:sym typeface="Arial"/>
            </a:endParaRPr>
          </a:p>
        </p:txBody>
      </p:sp>
      <p:sp>
        <p:nvSpPr>
          <p:cNvPr id="488" name="Google Shape;488;g3d5f58f541d_1_109"/>
          <p:cNvSpPr txBox="1">
            <a:spLocks noGrp="1"/>
          </p:cNvSpPr>
          <p:nvPr>
            <p:ph type="title"/>
          </p:nvPr>
        </p:nvSpPr>
        <p:spPr>
          <a:xfrm rot="5400489">
            <a:off x="7997500" y="2022450"/>
            <a:ext cx="2109900" cy="599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1700" b="1">
                <a:solidFill>
                  <a:srgbClr val="202122"/>
                </a:solidFill>
                <a:highlight>
                  <a:srgbClr val="FFFFFF"/>
                </a:highlight>
                <a:latin typeface="Arial"/>
                <a:ea typeface="Arial"/>
                <a:cs typeface="Arial"/>
                <a:sym typeface="Arial"/>
              </a:rPr>
              <a:t>Gradient Boosting Regressor</a:t>
            </a:r>
            <a:endParaRPr sz="1700"/>
          </a:p>
        </p:txBody>
      </p:sp>
      <p:sp>
        <p:nvSpPr>
          <p:cNvPr id="489" name="Google Shape;489;g3d5f58f541d_1_109"/>
          <p:cNvSpPr txBox="1">
            <a:spLocks noGrp="1"/>
          </p:cNvSpPr>
          <p:nvPr>
            <p:ph type="title"/>
          </p:nvPr>
        </p:nvSpPr>
        <p:spPr>
          <a:xfrm rot="5400489">
            <a:off x="8033908" y="4422186"/>
            <a:ext cx="2109900" cy="599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1700" b="1">
                <a:solidFill>
                  <a:srgbClr val="202122"/>
                </a:solidFill>
                <a:highlight>
                  <a:srgbClr val="FFFFFF"/>
                </a:highlight>
                <a:latin typeface="Arial"/>
                <a:ea typeface="Arial"/>
                <a:cs typeface="Arial"/>
                <a:sym typeface="Arial"/>
              </a:rPr>
              <a:t>Ridge Regression</a:t>
            </a:r>
            <a:endParaRPr sz="1700"/>
          </a:p>
        </p:txBody>
      </p:sp>
      <p:sp>
        <p:nvSpPr>
          <p:cNvPr id="490" name="Google Shape;490;g3d5f58f541d_1_109"/>
          <p:cNvSpPr txBox="1">
            <a:spLocks noGrp="1"/>
          </p:cNvSpPr>
          <p:nvPr>
            <p:ph type="title"/>
          </p:nvPr>
        </p:nvSpPr>
        <p:spPr>
          <a:xfrm rot="-5400000">
            <a:off x="635835" y="4476431"/>
            <a:ext cx="1986300" cy="599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1700" b="1">
                <a:solidFill>
                  <a:srgbClr val="202122"/>
                </a:solidFill>
                <a:highlight>
                  <a:srgbClr val="FFFFFF"/>
                </a:highlight>
                <a:latin typeface="Arial"/>
                <a:ea typeface="Arial"/>
                <a:cs typeface="Arial"/>
                <a:sym typeface="Arial"/>
              </a:rPr>
              <a:t>KNeighbors Regressor</a:t>
            </a:r>
            <a:endParaRPr sz="1700" b="1">
              <a:solidFill>
                <a:srgbClr val="202122"/>
              </a:solidFill>
              <a:highlight>
                <a:srgbClr val="FFFFFF"/>
              </a:highlight>
              <a:latin typeface="Arial"/>
              <a:ea typeface="Arial"/>
              <a:cs typeface="Arial"/>
              <a:sym typeface="Arial"/>
            </a:endParaRPr>
          </a:p>
        </p:txBody>
      </p:sp>
      <p:pic>
        <p:nvPicPr>
          <p:cNvPr id="491" name="Google Shape;491;g3d5f58f541d_1_109"/>
          <p:cNvPicPr preferRelativeResize="0"/>
          <p:nvPr/>
        </p:nvPicPr>
        <p:blipFill>
          <a:blip r:embed="rId4">
            <a:alphaModFix/>
          </a:blip>
          <a:stretch>
            <a:fillRect/>
          </a:stretch>
        </p:blipFill>
        <p:spPr>
          <a:xfrm>
            <a:off x="2118864" y="1146075"/>
            <a:ext cx="3260510" cy="2629701"/>
          </a:xfrm>
          <a:prstGeom prst="rect">
            <a:avLst/>
          </a:prstGeom>
          <a:noFill/>
          <a:ln>
            <a:noFill/>
          </a:ln>
        </p:spPr>
      </p:pic>
      <p:pic>
        <p:nvPicPr>
          <p:cNvPr id="492" name="Google Shape;492;g3d5f58f541d_1_109"/>
          <p:cNvPicPr preferRelativeResize="0"/>
          <p:nvPr/>
        </p:nvPicPr>
        <p:blipFill>
          <a:blip r:embed="rId5">
            <a:alphaModFix/>
          </a:blip>
          <a:stretch>
            <a:fillRect/>
          </a:stretch>
        </p:blipFill>
        <p:spPr>
          <a:xfrm>
            <a:off x="5494350" y="1096300"/>
            <a:ext cx="3105850" cy="2505003"/>
          </a:xfrm>
          <a:prstGeom prst="rect">
            <a:avLst/>
          </a:prstGeom>
          <a:noFill/>
          <a:ln>
            <a:noFill/>
          </a:ln>
        </p:spPr>
      </p:pic>
      <p:pic>
        <p:nvPicPr>
          <p:cNvPr id="493" name="Google Shape;493;g3d5f58f541d_1_109"/>
          <p:cNvPicPr preferRelativeResize="0"/>
          <p:nvPr/>
        </p:nvPicPr>
        <p:blipFill>
          <a:blip r:embed="rId6">
            <a:alphaModFix/>
          </a:blip>
          <a:stretch>
            <a:fillRect/>
          </a:stretch>
        </p:blipFill>
        <p:spPr>
          <a:xfrm>
            <a:off x="2081085" y="3775776"/>
            <a:ext cx="3413265" cy="2752947"/>
          </a:xfrm>
          <a:prstGeom prst="rect">
            <a:avLst/>
          </a:prstGeom>
          <a:noFill/>
          <a:ln>
            <a:noFill/>
          </a:ln>
        </p:spPr>
      </p:pic>
      <p:pic>
        <p:nvPicPr>
          <p:cNvPr id="494" name="Google Shape;494;g3d5f58f541d_1_109"/>
          <p:cNvPicPr preferRelativeResize="0"/>
          <p:nvPr/>
        </p:nvPicPr>
        <p:blipFill>
          <a:blip r:embed="rId7">
            <a:alphaModFix/>
          </a:blip>
          <a:stretch>
            <a:fillRect/>
          </a:stretch>
        </p:blipFill>
        <p:spPr>
          <a:xfrm>
            <a:off x="5646750" y="3723800"/>
            <a:ext cx="3068775" cy="2420014"/>
          </a:xfrm>
          <a:prstGeom prst="rect">
            <a:avLst/>
          </a:prstGeom>
          <a:noFill/>
          <a:ln>
            <a:noFill/>
          </a:ln>
        </p:spPr>
      </p:pic>
      <p:sp>
        <p:nvSpPr>
          <p:cNvPr id="495" name="Google Shape;495;g3d5f58f541d_1_109"/>
          <p:cNvSpPr txBox="1"/>
          <p:nvPr/>
        </p:nvSpPr>
        <p:spPr>
          <a:xfrm>
            <a:off x="9443275" y="1813175"/>
            <a:ext cx="2162400" cy="892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2300" b="1">
                <a:solidFill>
                  <a:srgbClr val="382D7B"/>
                </a:solidFill>
              </a:rPr>
              <a:t>Best Prediction</a:t>
            </a:r>
            <a:endParaRPr sz="1200"/>
          </a:p>
        </p:txBody>
      </p:sp>
      <p:sp>
        <p:nvSpPr>
          <p:cNvPr id="496" name="Google Shape;496;g3d5f58f541d_1_109"/>
          <p:cNvSpPr txBox="1"/>
          <p:nvPr/>
        </p:nvSpPr>
        <p:spPr>
          <a:xfrm>
            <a:off x="9595675" y="4175850"/>
            <a:ext cx="2162400" cy="892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2300" b="1">
                <a:solidFill>
                  <a:srgbClr val="382D7B"/>
                </a:solidFill>
              </a:rPr>
              <a:t>Worst Prediction</a:t>
            </a:r>
            <a:endParaRPr sz="12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g3d5f58f541d_2_20"/>
          <p:cNvSpPr txBox="1">
            <a:spLocks noGrp="1"/>
          </p:cNvSpPr>
          <p:nvPr>
            <p:ph type="title"/>
          </p:nvPr>
        </p:nvSpPr>
        <p:spPr>
          <a:xfrm>
            <a:off x="1240825" y="826000"/>
            <a:ext cx="9006900" cy="732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sz="3400" b="1">
                <a:latin typeface="Arial"/>
                <a:ea typeface="Arial"/>
                <a:cs typeface="Arial"/>
                <a:sym typeface="Arial"/>
              </a:rPr>
              <a:t>Intuition from the baselines</a:t>
            </a:r>
            <a:endParaRPr sz="3400" b="1">
              <a:latin typeface="Arial"/>
              <a:ea typeface="Arial"/>
              <a:cs typeface="Arial"/>
              <a:sym typeface="Arial"/>
            </a:endParaRPr>
          </a:p>
        </p:txBody>
      </p:sp>
      <p:sp>
        <p:nvSpPr>
          <p:cNvPr id="503" name="Google Shape;503;g3d5f58f541d_2_20"/>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38</a:t>
            </a:fld>
            <a:endParaRPr/>
          </a:p>
        </p:txBody>
      </p:sp>
      <p:pic>
        <p:nvPicPr>
          <p:cNvPr id="504" name="Google Shape;504;g3d5f58f541d_2_20"/>
          <p:cNvPicPr preferRelativeResize="0"/>
          <p:nvPr/>
        </p:nvPicPr>
        <p:blipFill rotWithShape="1">
          <a:blip r:embed="rId3">
            <a:alphaModFix/>
          </a:blip>
          <a:srcRect/>
          <a:stretch/>
        </p:blipFill>
        <p:spPr>
          <a:xfrm>
            <a:off x="9918800" y="385675"/>
            <a:ext cx="1686789" cy="498301"/>
          </a:xfrm>
          <a:prstGeom prst="rect">
            <a:avLst/>
          </a:prstGeom>
          <a:noFill/>
          <a:ln>
            <a:noFill/>
          </a:ln>
        </p:spPr>
      </p:pic>
      <p:sp>
        <p:nvSpPr>
          <p:cNvPr id="505" name="Google Shape;505;g3d5f58f541d_2_20"/>
          <p:cNvSpPr txBox="1"/>
          <p:nvPr/>
        </p:nvSpPr>
        <p:spPr>
          <a:xfrm>
            <a:off x="773100" y="2047150"/>
            <a:ext cx="10832400" cy="3309300"/>
          </a:xfrm>
          <a:prstGeom prst="rect">
            <a:avLst/>
          </a:prstGeom>
          <a:noFill/>
          <a:ln>
            <a:noFill/>
          </a:ln>
        </p:spPr>
        <p:txBody>
          <a:bodyPr spcFirstLastPara="1" wrap="square" lIns="91425" tIns="91425" rIns="91425" bIns="91425" anchor="t" anchorCtr="0">
            <a:spAutoFit/>
          </a:bodyPr>
          <a:lstStyle/>
          <a:p>
            <a:pPr marL="457200" marR="0" lvl="0" indent="-349250" algn="just" rtl="0">
              <a:lnSpc>
                <a:spcPct val="100000"/>
              </a:lnSpc>
              <a:spcBef>
                <a:spcPts val="0"/>
              </a:spcBef>
              <a:spcAft>
                <a:spcPts val="0"/>
              </a:spcAft>
              <a:buClr>
                <a:schemeClr val="dk1"/>
              </a:buClr>
              <a:buSzPts val="1900"/>
              <a:buFont typeface="Arial"/>
              <a:buChar char="●"/>
            </a:pPr>
            <a:r>
              <a:rPr lang="en-US" sz="1900" b="1">
                <a:solidFill>
                  <a:schemeClr val="dk1"/>
                </a:solidFill>
              </a:rPr>
              <a:t>Ensemble based boosting models outperforms</a:t>
            </a:r>
            <a:br>
              <a:rPr lang="en-US" sz="1900" b="0" i="0" u="none" strike="noStrike" cap="none">
                <a:solidFill>
                  <a:schemeClr val="dk1"/>
                </a:solidFill>
                <a:latin typeface="Arial"/>
                <a:ea typeface="Arial"/>
                <a:cs typeface="Arial"/>
                <a:sym typeface="Arial"/>
              </a:rPr>
            </a:br>
            <a:endParaRPr sz="1700" b="0" i="0" u="none" strike="noStrike" cap="none">
              <a:solidFill>
                <a:schemeClr val="dk1"/>
              </a:solidFill>
              <a:latin typeface="Arial"/>
              <a:ea typeface="Arial"/>
              <a:cs typeface="Arial"/>
              <a:sym typeface="Arial"/>
            </a:endParaRPr>
          </a:p>
          <a:p>
            <a:pPr marL="457200" marR="0" lvl="0" indent="-349250" algn="just" rtl="0">
              <a:lnSpc>
                <a:spcPct val="100000"/>
              </a:lnSpc>
              <a:spcBef>
                <a:spcPts val="0"/>
              </a:spcBef>
              <a:spcAft>
                <a:spcPts val="0"/>
              </a:spcAft>
              <a:buClr>
                <a:schemeClr val="dk1"/>
              </a:buClr>
              <a:buSzPts val="1900"/>
              <a:buFont typeface="Arial"/>
              <a:buChar char="●"/>
            </a:pPr>
            <a:r>
              <a:rPr lang="en-US" sz="1900" b="1">
                <a:solidFill>
                  <a:schemeClr val="dk1"/>
                </a:solidFill>
              </a:rPr>
              <a:t>Even some models providing overall R Square Ranged 0.98 - 1.00, They were doing bad in at least any of the four water quality index prediction (e.g.. high error in DWQI prediction)</a:t>
            </a:r>
            <a:endParaRPr sz="1900" b="0" i="0" u="none" strike="noStrike" cap="none">
              <a:solidFill>
                <a:schemeClr val="dk1"/>
              </a:solidFill>
              <a:latin typeface="Arial"/>
              <a:ea typeface="Arial"/>
              <a:cs typeface="Arial"/>
              <a:sym typeface="Arial"/>
            </a:endParaRPr>
          </a:p>
          <a:p>
            <a:pPr marL="457200" marR="0" lvl="0" indent="0" algn="just" rtl="0">
              <a:lnSpc>
                <a:spcPct val="100000"/>
              </a:lnSpc>
              <a:spcBef>
                <a:spcPts val="0"/>
              </a:spcBef>
              <a:spcAft>
                <a:spcPts val="0"/>
              </a:spcAft>
              <a:buClr>
                <a:srgbClr val="000000"/>
              </a:buClr>
              <a:buSzPts val="1700"/>
              <a:buFont typeface="Arial"/>
              <a:buNone/>
            </a:pPr>
            <a:endParaRPr sz="1700">
              <a:solidFill>
                <a:schemeClr val="dk1"/>
              </a:solidFill>
            </a:endParaRPr>
          </a:p>
          <a:p>
            <a:pPr marL="0" marR="0" lvl="0" indent="0" algn="just" rtl="0">
              <a:lnSpc>
                <a:spcPct val="100000"/>
              </a:lnSpc>
              <a:spcBef>
                <a:spcPts val="0"/>
              </a:spcBef>
              <a:spcAft>
                <a:spcPts val="0"/>
              </a:spcAft>
              <a:buNone/>
            </a:pPr>
            <a:br>
              <a:rPr lang="en-US" sz="1900" b="0" i="0" u="none" strike="noStrike" cap="none">
                <a:solidFill>
                  <a:schemeClr val="dk1"/>
                </a:solidFill>
                <a:latin typeface="Arial"/>
                <a:ea typeface="Arial"/>
                <a:cs typeface="Arial"/>
                <a:sym typeface="Arial"/>
              </a:rPr>
            </a:br>
            <a:endParaRPr sz="17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None/>
            </a:pPr>
            <a:r>
              <a:rPr lang="en-US" sz="1900" b="1">
                <a:solidFill>
                  <a:srgbClr val="38761D"/>
                </a:solidFill>
              </a:rPr>
              <a:t>This demand an universal multi-task framework that will be robust in universal WQI prediction. Thus, we plan to work on a Hybrid Multi-task Learning Framework in Milestone 3</a:t>
            </a:r>
            <a:endParaRPr sz="1900" b="1">
              <a:solidFill>
                <a:srgbClr val="38761D"/>
              </a:solidFill>
            </a:endParaRPr>
          </a:p>
          <a:p>
            <a:pPr marL="0" marR="0" lvl="0" indent="0" algn="just" rtl="0">
              <a:lnSpc>
                <a:spcPct val="100000"/>
              </a:lnSpc>
              <a:spcBef>
                <a:spcPts val="0"/>
              </a:spcBef>
              <a:spcAft>
                <a:spcPts val="0"/>
              </a:spcAft>
              <a:buNone/>
            </a:pPr>
            <a:endParaRPr sz="1900" b="1">
              <a:solidFill>
                <a:srgbClr val="38761D"/>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g3cebe4a6f20_0_131"/>
          <p:cNvSpPr txBox="1">
            <a:spLocks noGrp="1"/>
          </p:cNvSpPr>
          <p:nvPr>
            <p:ph type="title"/>
          </p:nvPr>
        </p:nvSpPr>
        <p:spPr>
          <a:xfrm>
            <a:off x="572725" y="445600"/>
            <a:ext cx="9411600" cy="808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r>
              <a:rPr lang="en-US" sz="3000" b="1">
                <a:solidFill>
                  <a:srgbClr val="382D7B"/>
                </a:solidFill>
                <a:latin typeface="Arial"/>
                <a:ea typeface="Arial"/>
                <a:cs typeface="Arial"/>
                <a:sym typeface="Arial"/>
              </a:rPr>
              <a:t>Tentative Plan - Hybrid MTL model for Milestone 3</a:t>
            </a:r>
            <a:endParaRPr sz="3000" b="1">
              <a:solidFill>
                <a:srgbClr val="382D7B"/>
              </a:solidFill>
              <a:latin typeface="Arial"/>
              <a:ea typeface="Arial"/>
              <a:cs typeface="Arial"/>
              <a:sym typeface="Arial"/>
            </a:endParaRPr>
          </a:p>
        </p:txBody>
      </p:sp>
      <p:pic>
        <p:nvPicPr>
          <p:cNvPr id="512" name="Google Shape;512;g3cebe4a6f20_0_131"/>
          <p:cNvPicPr preferRelativeResize="0"/>
          <p:nvPr/>
        </p:nvPicPr>
        <p:blipFill rotWithShape="1">
          <a:blip r:embed="rId3">
            <a:alphaModFix/>
          </a:blip>
          <a:srcRect/>
          <a:stretch/>
        </p:blipFill>
        <p:spPr>
          <a:xfrm>
            <a:off x="9918800" y="385675"/>
            <a:ext cx="1686789" cy="498301"/>
          </a:xfrm>
          <a:prstGeom prst="rect">
            <a:avLst/>
          </a:prstGeom>
          <a:noFill/>
          <a:ln>
            <a:noFill/>
          </a:ln>
        </p:spPr>
      </p:pic>
      <p:sp>
        <p:nvSpPr>
          <p:cNvPr id="513" name="Google Shape;513;g3cebe4a6f20_0_131"/>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39</a:t>
            </a:fld>
            <a:endParaRPr/>
          </a:p>
        </p:txBody>
      </p:sp>
      <p:pic>
        <p:nvPicPr>
          <p:cNvPr id="514" name="Google Shape;514;g3cebe4a6f20_0_131" title="diagram_proj.jpg"/>
          <p:cNvPicPr preferRelativeResize="0"/>
          <p:nvPr/>
        </p:nvPicPr>
        <p:blipFill rotWithShape="1">
          <a:blip r:embed="rId4">
            <a:alphaModFix/>
          </a:blip>
          <a:srcRect/>
          <a:stretch/>
        </p:blipFill>
        <p:spPr>
          <a:xfrm>
            <a:off x="1342050" y="1306437"/>
            <a:ext cx="9507912" cy="486537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g3d5f58f541d_1_28"/>
          <p:cNvSpPr txBox="1">
            <a:spLocks noGrp="1"/>
          </p:cNvSpPr>
          <p:nvPr>
            <p:ph type="title"/>
          </p:nvPr>
        </p:nvSpPr>
        <p:spPr>
          <a:xfrm>
            <a:off x="1258245" y="4410315"/>
            <a:ext cx="9675600" cy="7968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sz="4000" b="1">
                <a:latin typeface="Arial"/>
                <a:ea typeface="Arial"/>
                <a:cs typeface="Arial"/>
                <a:sym typeface="Arial"/>
              </a:rPr>
              <a:t>Conclusion</a:t>
            </a:r>
            <a:endParaRPr b="1"/>
          </a:p>
        </p:txBody>
      </p:sp>
      <p:pic>
        <p:nvPicPr>
          <p:cNvPr id="520" name="Google Shape;520;g3d5f58f541d_1_28"/>
          <p:cNvPicPr preferRelativeResize="0"/>
          <p:nvPr/>
        </p:nvPicPr>
        <p:blipFill rotWithShape="1">
          <a:blip r:embed="rId3">
            <a:alphaModFix/>
          </a:blip>
          <a:srcRect/>
          <a:stretch/>
        </p:blipFill>
        <p:spPr>
          <a:xfrm>
            <a:off x="4662664" y="1409347"/>
            <a:ext cx="2866672" cy="2866673"/>
          </a:xfrm>
          <a:prstGeom prst="rect">
            <a:avLst/>
          </a:prstGeom>
          <a:noFill/>
          <a:ln>
            <a:noFill/>
          </a:ln>
          <a:effectLst>
            <a:outerShdw blurRad="190500" algn="tl" rotWithShape="0">
              <a:srgbClr val="000000">
                <a:alpha val="68630"/>
              </a:srgbClr>
            </a:outerShdw>
          </a:effectLst>
        </p:spPr>
      </p:pic>
      <p:cxnSp>
        <p:nvCxnSpPr>
          <p:cNvPr id="521" name="Google Shape;521;g3d5f58f541d_1_28"/>
          <p:cNvCxnSpPr/>
          <p:nvPr/>
        </p:nvCxnSpPr>
        <p:spPr>
          <a:xfrm>
            <a:off x="424707" y="5119185"/>
            <a:ext cx="11342700" cy="0"/>
          </a:xfrm>
          <a:prstGeom prst="straightConnector1">
            <a:avLst/>
          </a:prstGeom>
          <a:noFill/>
          <a:ln w="10000" cap="flat" cmpd="sng">
            <a:solidFill>
              <a:schemeClr val="accent1"/>
            </a:solidFill>
            <a:prstDash val="solid"/>
            <a:round/>
            <a:headEnd type="none" w="sm" len="sm"/>
            <a:tailEnd type="none" w="sm" len="sm"/>
          </a:ln>
        </p:spPr>
      </p:cxnSp>
      <p:pic>
        <p:nvPicPr>
          <p:cNvPr id="522" name="Google Shape;522;g3d5f58f541d_1_28"/>
          <p:cNvPicPr preferRelativeResize="0"/>
          <p:nvPr/>
        </p:nvPicPr>
        <p:blipFill rotWithShape="1">
          <a:blip r:embed="rId4">
            <a:alphaModFix/>
          </a:blip>
          <a:srcRect/>
          <a:stretch/>
        </p:blipFill>
        <p:spPr>
          <a:xfrm>
            <a:off x="9918800" y="385675"/>
            <a:ext cx="1686789" cy="498301"/>
          </a:xfrm>
          <a:prstGeom prst="rect">
            <a:avLst/>
          </a:prstGeom>
          <a:noFill/>
          <a:ln>
            <a:noFill/>
          </a:ln>
        </p:spPr>
      </p:pic>
      <p:sp>
        <p:nvSpPr>
          <p:cNvPr id="523" name="Google Shape;523;g3d5f58f541d_1_28"/>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g3ced5e30a9e_2_111"/>
          <p:cNvSpPr txBox="1">
            <a:spLocks noGrp="1"/>
          </p:cNvSpPr>
          <p:nvPr>
            <p:ph type="title"/>
          </p:nvPr>
        </p:nvSpPr>
        <p:spPr>
          <a:xfrm>
            <a:off x="1253025" y="447450"/>
            <a:ext cx="9006900" cy="732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sz="3400" b="1">
                <a:latin typeface="Arial"/>
                <a:ea typeface="Arial"/>
                <a:cs typeface="Arial"/>
                <a:sym typeface="Arial"/>
              </a:rPr>
              <a:t>Conclusion</a:t>
            </a:r>
            <a:endParaRPr sz="3400" b="1">
              <a:latin typeface="Arial"/>
              <a:ea typeface="Arial"/>
              <a:cs typeface="Arial"/>
              <a:sym typeface="Arial"/>
            </a:endParaRPr>
          </a:p>
        </p:txBody>
      </p:sp>
      <p:sp>
        <p:nvSpPr>
          <p:cNvPr id="530" name="Google Shape;530;g3ced5e30a9e_2_111"/>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41</a:t>
            </a:fld>
            <a:endParaRPr/>
          </a:p>
        </p:txBody>
      </p:sp>
      <p:pic>
        <p:nvPicPr>
          <p:cNvPr id="531" name="Google Shape;531;g3ced5e30a9e_2_111"/>
          <p:cNvPicPr preferRelativeResize="0"/>
          <p:nvPr/>
        </p:nvPicPr>
        <p:blipFill rotWithShape="1">
          <a:blip r:embed="rId3">
            <a:alphaModFix/>
          </a:blip>
          <a:srcRect/>
          <a:stretch/>
        </p:blipFill>
        <p:spPr>
          <a:xfrm>
            <a:off x="9918800" y="385675"/>
            <a:ext cx="1686789" cy="498301"/>
          </a:xfrm>
          <a:prstGeom prst="rect">
            <a:avLst/>
          </a:prstGeom>
          <a:noFill/>
          <a:ln>
            <a:noFill/>
          </a:ln>
        </p:spPr>
      </p:pic>
      <p:sp>
        <p:nvSpPr>
          <p:cNvPr id="532" name="Google Shape;532;g3ced5e30a9e_2_111"/>
          <p:cNvSpPr txBox="1"/>
          <p:nvPr/>
        </p:nvSpPr>
        <p:spPr>
          <a:xfrm>
            <a:off x="773100" y="1092775"/>
            <a:ext cx="10645800" cy="5295000"/>
          </a:xfrm>
          <a:prstGeom prst="rect">
            <a:avLst/>
          </a:prstGeom>
          <a:noFill/>
          <a:ln>
            <a:noFill/>
          </a:ln>
        </p:spPr>
        <p:txBody>
          <a:bodyPr spcFirstLastPara="1" wrap="square" lIns="91425" tIns="91425" rIns="91425" bIns="91425" anchor="t" anchorCtr="0">
            <a:spAutoFit/>
          </a:bodyPr>
          <a:lstStyle/>
          <a:p>
            <a:pPr marL="457200" marR="0" lvl="0" indent="-349250" algn="just" rtl="0">
              <a:lnSpc>
                <a:spcPct val="100000"/>
              </a:lnSpc>
              <a:spcBef>
                <a:spcPts val="0"/>
              </a:spcBef>
              <a:spcAft>
                <a:spcPts val="0"/>
              </a:spcAft>
              <a:buClr>
                <a:schemeClr val="dk1"/>
              </a:buClr>
              <a:buSzPts val="1900"/>
              <a:buFont typeface="Arial"/>
              <a:buChar char="●"/>
            </a:pPr>
            <a:r>
              <a:rPr lang="en-US" sz="1900" b="1" i="0" u="none" strike="noStrike" cap="none">
                <a:solidFill>
                  <a:schemeClr val="dk1"/>
                </a:solidFill>
                <a:latin typeface="Arial"/>
                <a:ea typeface="Arial"/>
                <a:cs typeface="Arial"/>
                <a:sym typeface="Arial"/>
              </a:rPr>
              <a:t>Traditional WQI models</a:t>
            </a:r>
            <a:r>
              <a:rPr lang="en-US" sz="1900" b="0" i="0" u="none" strike="noStrike" cap="none">
                <a:solidFill>
                  <a:schemeClr val="dk1"/>
                </a:solidFill>
                <a:latin typeface="Arial"/>
                <a:ea typeface="Arial"/>
                <a:cs typeface="Arial"/>
                <a:sym typeface="Arial"/>
              </a:rPr>
              <a:t> summarize water quality using parameter selection, sub-index generation, weighting, and aggregation to produce a single representative score.</a:t>
            </a:r>
            <a:br>
              <a:rPr lang="en-US" sz="1900" b="0" i="0" u="none" strike="noStrike" cap="none">
                <a:solidFill>
                  <a:schemeClr val="dk1"/>
                </a:solidFill>
                <a:latin typeface="Arial"/>
                <a:ea typeface="Arial"/>
                <a:cs typeface="Arial"/>
                <a:sym typeface="Arial"/>
              </a:rPr>
            </a:br>
            <a:endParaRPr sz="1700" b="0" i="0" u="none" strike="noStrike" cap="none">
              <a:solidFill>
                <a:schemeClr val="dk1"/>
              </a:solidFill>
              <a:latin typeface="Arial"/>
              <a:ea typeface="Arial"/>
              <a:cs typeface="Arial"/>
              <a:sym typeface="Arial"/>
            </a:endParaRPr>
          </a:p>
          <a:p>
            <a:pPr marL="457200" marR="0" lvl="0" indent="-349250" algn="just" rtl="0">
              <a:lnSpc>
                <a:spcPct val="100000"/>
              </a:lnSpc>
              <a:spcBef>
                <a:spcPts val="0"/>
              </a:spcBef>
              <a:spcAft>
                <a:spcPts val="0"/>
              </a:spcAft>
              <a:buClr>
                <a:schemeClr val="dk1"/>
              </a:buClr>
              <a:buSzPts val="1900"/>
              <a:buFont typeface="Arial"/>
              <a:buChar char="●"/>
            </a:pPr>
            <a:r>
              <a:rPr lang="en-US" sz="1900" b="1" i="0" u="none" strike="noStrike" cap="none">
                <a:solidFill>
                  <a:schemeClr val="dk1"/>
                </a:solidFill>
                <a:latin typeface="Arial"/>
                <a:ea typeface="Arial"/>
                <a:cs typeface="Arial"/>
                <a:sym typeface="Arial"/>
              </a:rPr>
              <a:t>Machine learning models</a:t>
            </a:r>
            <a:r>
              <a:rPr lang="en-US" sz="1900" b="0" i="0" u="none" strike="noStrike" cap="none">
                <a:solidFill>
                  <a:schemeClr val="dk1"/>
                </a:solidFill>
                <a:latin typeface="Arial"/>
                <a:ea typeface="Arial"/>
                <a:cs typeface="Arial"/>
                <a:sym typeface="Arial"/>
              </a:rPr>
              <a:t> improve WQI prediction by capturing complex relationships among parameters, achieving high accuracy (84%–99%) in </a:t>
            </a:r>
            <a:r>
              <a:rPr lang="en-US" sz="1900" b="1" i="0" u="none" strike="noStrike" cap="none">
                <a:solidFill>
                  <a:schemeClr val="dk1"/>
                </a:solidFill>
                <a:latin typeface="Arial"/>
                <a:ea typeface="Arial"/>
                <a:cs typeface="Arial"/>
                <a:sym typeface="Arial"/>
              </a:rPr>
              <a:t>single task predictions</a:t>
            </a:r>
            <a:r>
              <a:rPr lang="en-US" sz="1900" b="0" i="0" u="none" strike="noStrike" cap="none">
                <a:solidFill>
                  <a:schemeClr val="dk1"/>
                </a:solidFill>
                <a:latin typeface="Arial"/>
                <a:ea typeface="Arial"/>
                <a:cs typeface="Arial"/>
                <a:sym typeface="Arial"/>
              </a:rPr>
              <a:t>. Very </a:t>
            </a:r>
            <a:r>
              <a:rPr lang="en-US" sz="1900" b="1" i="0" u="none" strike="noStrike" cap="none">
                <a:solidFill>
                  <a:schemeClr val="dk1"/>
                </a:solidFill>
                <a:latin typeface="Arial"/>
                <a:ea typeface="Arial"/>
                <a:cs typeface="Arial"/>
                <a:sym typeface="Arial"/>
              </a:rPr>
              <a:t>few multi-task ML models</a:t>
            </a:r>
            <a:r>
              <a:rPr lang="en-US" sz="1900" b="0" i="0" u="none" strike="noStrike" cap="none">
                <a:solidFill>
                  <a:schemeClr val="dk1"/>
                </a:solidFill>
                <a:latin typeface="Arial"/>
                <a:ea typeface="Arial"/>
                <a:cs typeface="Arial"/>
                <a:sym typeface="Arial"/>
              </a:rPr>
              <a:t> that serve multiple WQI output from one network.</a:t>
            </a:r>
            <a:endParaRPr sz="1900" b="0" i="0" u="none" strike="noStrike" cap="none">
              <a:solidFill>
                <a:schemeClr val="dk1"/>
              </a:solidFill>
              <a:latin typeface="Arial"/>
              <a:ea typeface="Arial"/>
              <a:cs typeface="Arial"/>
              <a:sym typeface="Arial"/>
            </a:endParaRPr>
          </a:p>
          <a:p>
            <a:pPr marL="457200" marR="0" lvl="0" indent="0" algn="just" rtl="0">
              <a:lnSpc>
                <a:spcPct val="100000"/>
              </a:lnSpc>
              <a:spcBef>
                <a:spcPts val="0"/>
              </a:spcBef>
              <a:spcAft>
                <a:spcPts val="0"/>
              </a:spcAft>
              <a:buClr>
                <a:srgbClr val="000000"/>
              </a:buClr>
              <a:buSzPts val="1700"/>
              <a:buFont typeface="Arial"/>
              <a:buNone/>
            </a:pPr>
            <a:endParaRPr sz="1700" b="0" i="0" u="none" strike="noStrike" cap="none">
              <a:solidFill>
                <a:schemeClr val="dk1"/>
              </a:solidFill>
              <a:latin typeface="Arial"/>
              <a:ea typeface="Arial"/>
              <a:cs typeface="Arial"/>
              <a:sym typeface="Arial"/>
            </a:endParaRPr>
          </a:p>
          <a:p>
            <a:pPr marL="457200" marR="0" lvl="0" indent="-349250" algn="just" rtl="0">
              <a:lnSpc>
                <a:spcPct val="100000"/>
              </a:lnSpc>
              <a:spcBef>
                <a:spcPts val="0"/>
              </a:spcBef>
              <a:spcAft>
                <a:spcPts val="0"/>
              </a:spcAft>
              <a:buClr>
                <a:schemeClr val="dk1"/>
              </a:buClr>
              <a:buSzPts val="1900"/>
              <a:buFont typeface="Arial"/>
              <a:buChar char="●"/>
            </a:pPr>
            <a:r>
              <a:rPr lang="en-US" sz="1900" b="0" i="0" u="none" strike="noStrike" cap="none">
                <a:solidFill>
                  <a:schemeClr val="dk1"/>
                </a:solidFill>
                <a:latin typeface="Arial"/>
                <a:ea typeface="Arial"/>
                <a:cs typeface="Arial"/>
                <a:sym typeface="Arial"/>
              </a:rPr>
              <a:t>No traditional </a:t>
            </a:r>
            <a:r>
              <a:rPr lang="en-US" sz="1900" b="1" i="0" u="none" strike="noStrike" cap="none">
                <a:solidFill>
                  <a:schemeClr val="dk1"/>
                </a:solidFill>
                <a:latin typeface="Arial"/>
                <a:ea typeface="Arial"/>
                <a:cs typeface="Arial"/>
                <a:sym typeface="Arial"/>
              </a:rPr>
              <a:t>multi user-specific WQI</a:t>
            </a:r>
            <a:r>
              <a:rPr lang="en-US" sz="1900" b="0" i="0" u="none" strike="noStrike" cap="none">
                <a:solidFill>
                  <a:schemeClr val="dk1"/>
                </a:solidFill>
                <a:latin typeface="Arial"/>
                <a:ea typeface="Arial"/>
                <a:cs typeface="Arial"/>
                <a:sym typeface="Arial"/>
              </a:rPr>
              <a:t> + No ML based implementation in </a:t>
            </a:r>
            <a:r>
              <a:rPr lang="en-US" sz="1900" b="1" i="0" u="none" strike="noStrike" cap="none">
                <a:solidFill>
                  <a:schemeClr val="dk1"/>
                </a:solidFill>
                <a:latin typeface="Arial"/>
                <a:ea typeface="Arial"/>
                <a:cs typeface="Arial"/>
                <a:sym typeface="Arial"/>
              </a:rPr>
              <a:t>contextware-multi user WQI framework</a:t>
            </a:r>
            <a:r>
              <a:rPr lang="en-US" sz="1900" b="0" i="0" u="none" strike="noStrike" cap="none">
                <a:solidFill>
                  <a:schemeClr val="dk1"/>
                </a:solidFill>
                <a:latin typeface="Arial"/>
                <a:ea typeface="Arial"/>
                <a:cs typeface="Arial"/>
                <a:sym typeface="Arial"/>
              </a:rPr>
              <a:t>. </a:t>
            </a:r>
            <a:endParaRPr sz="1900" b="0" i="0" u="none" strike="noStrike" cap="none">
              <a:solidFill>
                <a:schemeClr val="dk1"/>
              </a:solidFill>
              <a:latin typeface="Arial"/>
              <a:ea typeface="Arial"/>
              <a:cs typeface="Arial"/>
              <a:sym typeface="Arial"/>
            </a:endParaRPr>
          </a:p>
          <a:p>
            <a:pPr marL="457200" marR="0" lvl="0" indent="0" algn="just" rtl="0">
              <a:lnSpc>
                <a:spcPct val="100000"/>
              </a:lnSpc>
              <a:spcBef>
                <a:spcPts val="0"/>
              </a:spcBef>
              <a:spcAft>
                <a:spcPts val="0"/>
              </a:spcAft>
              <a:buClr>
                <a:srgbClr val="000000"/>
              </a:buClr>
              <a:buSzPts val="1700"/>
              <a:buFont typeface="Arial"/>
              <a:buNone/>
            </a:pPr>
            <a:endParaRPr sz="1700" b="0" i="0" u="none" strike="noStrike" cap="none">
              <a:solidFill>
                <a:schemeClr val="dk1"/>
              </a:solidFill>
              <a:latin typeface="Arial"/>
              <a:ea typeface="Arial"/>
              <a:cs typeface="Arial"/>
              <a:sym typeface="Arial"/>
            </a:endParaRPr>
          </a:p>
          <a:p>
            <a:pPr marL="457200" marR="0" lvl="0" indent="-349250" algn="just" rtl="0">
              <a:lnSpc>
                <a:spcPct val="100000"/>
              </a:lnSpc>
              <a:spcBef>
                <a:spcPts val="0"/>
              </a:spcBef>
              <a:spcAft>
                <a:spcPts val="0"/>
              </a:spcAft>
              <a:buClr>
                <a:schemeClr val="dk1"/>
              </a:buClr>
              <a:buSzPts val="1900"/>
              <a:buFont typeface="Arial"/>
              <a:buChar char="●"/>
            </a:pPr>
            <a:r>
              <a:rPr lang="en-US" sz="1900" b="1" i="0" u="none" strike="noStrike" cap="none">
                <a:solidFill>
                  <a:schemeClr val="dk1"/>
                </a:solidFill>
                <a:latin typeface="Arial"/>
                <a:ea typeface="Arial"/>
                <a:cs typeface="Arial"/>
                <a:sym typeface="Arial"/>
              </a:rPr>
              <a:t>Explainable AI (XAI)</a:t>
            </a:r>
            <a:r>
              <a:rPr lang="en-US" sz="1900" b="0" i="0" u="none" strike="noStrike" cap="none">
                <a:solidFill>
                  <a:schemeClr val="dk1"/>
                </a:solidFill>
                <a:latin typeface="Arial"/>
                <a:ea typeface="Arial"/>
                <a:cs typeface="Arial"/>
                <a:sym typeface="Arial"/>
              </a:rPr>
              <a:t> enhances model transparency by identifying key parameters influencing water quality predictions. Few studies incorporated this.</a:t>
            </a:r>
            <a:br>
              <a:rPr lang="en-US" sz="1900" b="0" i="0" u="none" strike="noStrike" cap="none">
                <a:solidFill>
                  <a:schemeClr val="dk1"/>
                </a:solidFill>
                <a:latin typeface="Arial"/>
                <a:ea typeface="Arial"/>
                <a:cs typeface="Arial"/>
                <a:sym typeface="Arial"/>
              </a:rPr>
            </a:br>
            <a:endParaRPr sz="1700" b="0" i="0" u="none" strike="noStrike" cap="none">
              <a:solidFill>
                <a:schemeClr val="dk1"/>
              </a:solidFill>
              <a:latin typeface="Arial"/>
              <a:ea typeface="Arial"/>
              <a:cs typeface="Arial"/>
              <a:sym typeface="Arial"/>
            </a:endParaRPr>
          </a:p>
          <a:p>
            <a:pPr marL="457200" marR="0" lvl="0" indent="-349250" algn="just" rtl="0">
              <a:lnSpc>
                <a:spcPct val="100000"/>
              </a:lnSpc>
              <a:spcBef>
                <a:spcPts val="0"/>
              </a:spcBef>
              <a:spcAft>
                <a:spcPts val="0"/>
              </a:spcAft>
              <a:buClr>
                <a:schemeClr val="dk1"/>
              </a:buClr>
              <a:buSzPts val="1900"/>
              <a:buFont typeface="Arial"/>
              <a:buChar char="●"/>
            </a:pPr>
            <a:r>
              <a:rPr lang="en-US" sz="1900" b="1" i="0" u="none" strike="noStrike" cap="none">
                <a:solidFill>
                  <a:schemeClr val="dk1"/>
                </a:solidFill>
                <a:latin typeface="Arial"/>
                <a:ea typeface="Arial"/>
                <a:cs typeface="Arial"/>
                <a:sym typeface="Arial"/>
              </a:rPr>
              <a:t>Dataset selection is critical</a:t>
            </a:r>
            <a:r>
              <a:rPr lang="en-US" sz="1900" b="0" i="0" u="none" strike="noStrike" cap="none">
                <a:solidFill>
                  <a:schemeClr val="dk1"/>
                </a:solidFill>
                <a:latin typeface="Arial"/>
                <a:ea typeface="Arial"/>
                <a:cs typeface="Arial"/>
                <a:sym typeface="Arial"/>
              </a:rPr>
              <a:t>, and the Ireland </a:t>
            </a:r>
            <a:r>
              <a:rPr lang="en-US" sz="1900" b="1" i="0" u="none" strike="noStrike" cap="none">
                <a:solidFill>
                  <a:schemeClr val="dk1"/>
                </a:solidFill>
                <a:latin typeface="Arial"/>
                <a:ea typeface="Arial"/>
                <a:cs typeface="Arial"/>
                <a:sym typeface="Arial"/>
              </a:rPr>
              <a:t>Catchments dataset</a:t>
            </a:r>
            <a:r>
              <a:rPr lang="en-US" sz="1900" b="0" i="0" u="none" strike="noStrike" cap="none">
                <a:solidFill>
                  <a:schemeClr val="dk1"/>
                </a:solidFill>
                <a:latin typeface="Arial"/>
                <a:ea typeface="Arial"/>
                <a:cs typeface="Arial"/>
                <a:sym typeface="Arial"/>
              </a:rPr>
              <a:t> provides comprehensive parameters suitable for multiple WQI calculations.</a:t>
            </a:r>
            <a:br>
              <a:rPr lang="en-US" sz="1900" b="0" i="0" u="none" strike="noStrike" cap="none">
                <a:solidFill>
                  <a:schemeClr val="dk1"/>
                </a:solidFill>
                <a:latin typeface="Arial"/>
                <a:ea typeface="Arial"/>
                <a:cs typeface="Arial"/>
                <a:sym typeface="Arial"/>
              </a:rPr>
            </a:br>
            <a:endParaRPr sz="1700" b="0" i="0" u="none" strike="noStrike" cap="none">
              <a:solidFill>
                <a:schemeClr val="dk1"/>
              </a:solidFill>
              <a:latin typeface="Arial"/>
              <a:ea typeface="Arial"/>
              <a:cs typeface="Arial"/>
              <a:sym typeface="Arial"/>
            </a:endParaRPr>
          </a:p>
          <a:p>
            <a:pPr marL="457200" marR="0" lvl="0" indent="-349250" algn="just" rtl="0">
              <a:lnSpc>
                <a:spcPct val="100000"/>
              </a:lnSpc>
              <a:spcBef>
                <a:spcPts val="0"/>
              </a:spcBef>
              <a:spcAft>
                <a:spcPts val="0"/>
              </a:spcAft>
              <a:buClr>
                <a:schemeClr val="dk1"/>
              </a:buClr>
              <a:buSzPts val="1900"/>
              <a:buFont typeface="Arial"/>
              <a:buChar char="●"/>
            </a:pPr>
            <a:r>
              <a:rPr lang="en-US" sz="1900" b="1" i="0" u="none" strike="noStrike" cap="none">
                <a:solidFill>
                  <a:schemeClr val="dk1"/>
                </a:solidFill>
                <a:latin typeface="Arial"/>
                <a:ea typeface="Arial"/>
                <a:cs typeface="Arial"/>
                <a:sym typeface="Arial"/>
              </a:rPr>
              <a:t>A key research gap</a:t>
            </a:r>
            <a:r>
              <a:rPr lang="en-US" sz="1900" b="0" i="0" u="none" strike="noStrike" cap="none">
                <a:solidFill>
                  <a:schemeClr val="dk1"/>
                </a:solidFill>
                <a:latin typeface="Arial"/>
                <a:ea typeface="Arial"/>
                <a:cs typeface="Arial"/>
                <a:sym typeface="Arial"/>
              </a:rPr>
              <a:t> is the lack of a universal, adaptive WQI model capable of supporting multi-use water environments across different regions.</a:t>
            </a:r>
            <a:endParaRPr sz="1900" b="0" i="0" u="none" strike="noStrike" cap="none">
              <a:solidFill>
                <a:schemeClr val="dk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g3ced5e30a9e_10_81"/>
          <p:cNvSpPr txBox="1">
            <a:spLocks noGrp="1"/>
          </p:cNvSpPr>
          <p:nvPr>
            <p:ph type="title"/>
          </p:nvPr>
        </p:nvSpPr>
        <p:spPr>
          <a:xfrm>
            <a:off x="1258245" y="4410315"/>
            <a:ext cx="9675600" cy="7968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sz="4000" b="1">
                <a:latin typeface="Arial"/>
                <a:ea typeface="Arial"/>
                <a:cs typeface="Arial"/>
                <a:sym typeface="Arial"/>
              </a:rPr>
              <a:t>References</a:t>
            </a:r>
            <a:endParaRPr b="1"/>
          </a:p>
        </p:txBody>
      </p:sp>
      <p:cxnSp>
        <p:nvCxnSpPr>
          <p:cNvPr id="538" name="Google Shape;538;g3ced5e30a9e_10_81"/>
          <p:cNvCxnSpPr/>
          <p:nvPr/>
        </p:nvCxnSpPr>
        <p:spPr>
          <a:xfrm>
            <a:off x="424707" y="5119185"/>
            <a:ext cx="11342700" cy="0"/>
          </a:xfrm>
          <a:prstGeom prst="straightConnector1">
            <a:avLst/>
          </a:prstGeom>
          <a:noFill/>
          <a:ln w="10000" cap="flat" cmpd="sng">
            <a:solidFill>
              <a:schemeClr val="accent1"/>
            </a:solidFill>
            <a:prstDash val="solid"/>
            <a:round/>
            <a:headEnd type="none" w="sm" len="sm"/>
            <a:tailEnd type="none" w="sm" len="sm"/>
          </a:ln>
        </p:spPr>
      </p:cxnSp>
      <p:pic>
        <p:nvPicPr>
          <p:cNvPr id="539" name="Google Shape;539;g3ced5e30a9e_10_81"/>
          <p:cNvPicPr preferRelativeResize="0"/>
          <p:nvPr/>
        </p:nvPicPr>
        <p:blipFill rotWithShape="1">
          <a:blip r:embed="rId3">
            <a:alphaModFix/>
          </a:blip>
          <a:srcRect/>
          <a:stretch/>
        </p:blipFill>
        <p:spPr>
          <a:xfrm>
            <a:off x="9918800" y="385675"/>
            <a:ext cx="1686789" cy="498301"/>
          </a:xfrm>
          <a:prstGeom prst="rect">
            <a:avLst/>
          </a:prstGeom>
          <a:noFill/>
          <a:ln>
            <a:noFill/>
          </a:ln>
        </p:spPr>
      </p:pic>
      <p:sp>
        <p:nvSpPr>
          <p:cNvPr id="540" name="Google Shape;540;g3ced5e30a9e_10_81"/>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42</a:t>
            </a:fld>
            <a:endParaRPr/>
          </a:p>
        </p:txBody>
      </p:sp>
      <p:pic>
        <p:nvPicPr>
          <p:cNvPr id="541" name="Google Shape;541;g3ced5e30a9e_10_81"/>
          <p:cNvPicPr preferRelativeResize="0"/>
          <p:nvPr/>
        </p:nvPicPr>
        <p:blipFill rotWithShape="1">
          <a:blip r:embed="rId4">
            <a:alphaModFix/>
          </a:blip>
          <a:srcRect b="14980"/>
          <a:stretch/>
        </p:blipFill>
        <p:spPr>
          <a:xfrm>
            <a:off x="4815738" y="1977650"/>
            <a:ext cx="2357524" cy="228047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g3ced5e30a9e_2_105"/>
          <p:cNvSpPr txBox="1">
            <a:spLocks noGrp="1"/>
          </p:cNvSpPr>
          <p:nvPr>
            <p:ph type="title"/>
          </p:nvPr>
        </p:nvSpPr>
        <p:spPr>
          <a:xfrm>
            <a:off x="290775" y="397225"/>
            <a:ext cx="9875400" cy="475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800"/>
              <a:buNone/>
            </a:pPr>
            <a:r>
              <a:rPr lang="en-US" sz="3400" b="1">
                <a:latin typeface="Arial"/>
                <a:ea typeface="Arial"/>
                <a:cs typeface="Arial"/>
                <a:sym typeface="Arial"/>
              </a:rPr>
              <a:t>References (APA/IEEE)</a:t>
            </a:r>
            <a:endParaRPr sz="3400" b="1">
              <a:latin typeface="Arial"/>
              <a:ea typeface="Arial"/>
              <a:cs typeface="Arial"/>
              <a:sym typeface="Arial"/>
            </a:endParaRPr>
          </a:p>
        </p:txBody>
      </p:sp>
      <p:sp>
        <p:nvSpPr>
          <p:cNvPr id="548" name="Google Shape;548;g3ced5e30a9e_2_105"/>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43</a:t>
            </a:fld>
            <a:endParaRPr/>
          </a:p>
        </p:txBody>
      </p:sp>
      <p:pic>
        <p:nvPicPr>
          <p:cNvPr id="549" name="Google Shape;549;g3ced5e30a9e_2_105"/>
          <p:cNvPicPr preferRelativeResize="0"/>
          <p:nvPr/>
        </p:nvPicPr>
        <p:blipFill rotWithShape="1">
          <a:blip r:embed="rId3">
            <a:alphaModFix/>
          </a:blip>
          <a:srcRect/>
          <a:stretch/>
        </p:blipFill>
        <p:spPr>
          <a:xfrm>
            <a:off x="9918800" y="385675"/>
            <a:ext cx="1686789" cy="498301"/>
          </a:xfrm>
          <a:prstGeom prst="rect">
            <a:avLst/>
          </a:prstGeom>
          <a:noFill/>
          <a:ln>
            <a:noFill/>
          </a:ln>
        </p:spPr>
      </p:pic>
      <p:graphicFrame>
        <p:nvGraphicFramePr>
          <p:cNvPr id="550" name="Google Shape;550;g3ced5e30a9e_2_105"/>
          <p:cNvGraphicFramePr/>
          <p:nvPr/>
        </p:nvGraphicFramePr>
        <p:xfrm>
          <a:off x="442104" y="1027475"/>
          <a:ext cx="11235550" cy="5387625"/>
        </p:xfrm>
        <a:graphic>
          <a:graphicData uri="http://schemas.openxmlformats.org/drawingml/2006/table">
            <a:tbl>
              <a:tblPr>
                <a:noFill/>
                <a:tableStyleId>{C394CA5C-B510-4BE0-A08C-2CA78FE190D0}</a:tableStyleId>
              </a:tblPr>
              <a:tblGrid>
                <a:gridCol w="467150">
                  <a:extLst>
                    <a:ext uri="{9D8B030D-6E8A-4147-A177-3AD203B41FA5}">
                      <a16:colId xmlns:a16="http://schemas.microsoft.com/office/drawing/2014/main" val="20000"/>
                    </a:ext>
                  </a:extLst>
                </a:gridCol>
                <a:gridCol w="10768400">
                  <a:extLst>
                    <a:ext uri="{9D8B030D-6E8A-4147-A177-3AD203B41FA5}">
                      <a16:colId xmlns:a16="http://schemas.microsoft.com/office/drawing/2014/main" val="20001"/>
                    </a:ext>
                  </a:extLst>
                </a:gridCol>
              </a:tblGrid>
              <a:tr h="433025">
                <a:tc>
                  <a:txBody>
                    <a:bodyPr/>
                    <a:lstStyle/>
                    <a:p>
                      <a:pPr marL="0" marR="0" lvl="0" indent="0" algn="l" rtl="0">
                        <a:lnSpc>
                          <a:spcPct val="100000"/>
                        </a:lnSpc>
                        <a:spcBef>
                          <a:spcPts val="0"/>
                        </a:spcBef>
                        <a:spcAft>
                          <a:spcPts val="0"/>
                        </a:spcAft>
                        <a:buClr>
                          <a:srgbClr val="000000"/>
                        </a:buClr>
                        <a:buSzPts val="900"/>
                        <a:buFont typeface="Arial"/>
                        <a:buNone/>
                      </a:pPr>
                      <a:r>
                        <a:rPr lang="en-US" sz="900" u="none" strike="noStrike" cap="none"/>
                        <a:t>[1]</a:t>
                      </a:r>
                      <a:endParaRPr sz="900" u="none" strike="noStrike" cap="none"/>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r>
                        <a:rPr lang="en-US" sz="900" u="none" strike="noStrike" cap="none"/>
                        <a:t>Al Bataineh, A., Vamsi, B., &amp; Smith, S. A. (2026). A Hybrid Machine Learning Framework for Water Quality Index Prediction Using Feature-Based Neural Network Initialization. IEEE Journal of Selected Topics in Applied Earth Observations and Remote Sensing.</a:t>
                      </a:r>
                      <a:endParaRPr sz="900" u="none" strike="noStrike" cap="none"/>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433025">
                <a:tc>
                  <a:txBody>
                    <a:bodyPr/>
                    <a:lstStyle/>
                    <a:p>
                      <a:pPr marL="0" marR="0" lvl="0" indent="0" algn="l" rtl="0">
                        <a:lnSpc>
                          <a:spcPct val="100000"/>
                        </a:lnSpc>
                        <a:spcBef>
                          <a:spcPts val="0"/>
                        </a:spcBef>
                        <a:spcAft>
                          <a:spcPts val="0"/>
                        </a:spcAft>
                        <a:buClr>
                          <a:srgbClr val="000000"/>
                        </a:buClr>
                        <a:buSzPts val="900"/>
                        <a:buFont typeface="Arial"/>
                        <a:buNone/>
                      </a:pPr>
                      <a:r>
                        <a:rPr lang="en-US" sz="900" u="none" strike="noStrike" cap="none"/>
                        <a:t>[2]</a:t>
                      </a:r>
                      <a:endParaRPr sz="900" u="none" strike="noStrike" cap="none"/>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r>
                        <a:rPr lang="en-US" sz="900" u="none" strike="noStrike" cap="none"/>
                        <a:t>Uddin, M. G., Nash, S., Diganta, M. T. M., Rahman, A., &amp; Olbert, A. I. (2022). Robust machine learning algorithms for predicting coastal water quality index. Journal of Environmental Management, 321, 115923.</a:t>
                      </a:r>
                      <a:endParaRPr sz="900" u="none" strike="noStrike" cap="none"/>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433025">
                <a:tc>
                  <a:txBody>
                    <a:bodyPr/>
                    <a:lstStyle/>
                    <a:p>
                      <a:pPr marL="0" marR="0" lvl="0" indent="0" algn="l" rtl="0">
                        <a:lnSpc>
                          <a:spcPct val="100000"/>
                        </a:lnSpc>
                        <a:spcBef>
                          <a:spcPts val="0"/>
                        </a:spcBef>
                        <a:spcAft>
                          <a:spcPts val="0"/>
                        </a:spcAft>
                        <a:buClr>
                          <a:srgbClr val="000000"/>
                        </a:buClr>
                        <a:buSzPts val="900"/>
                        <a:buFont typeface="Arial"/>
                        <a:buNone/>
                      </a:pPr>
                      <a:r>
                        <a:rPr lang="en-US" sz="900" u="none" strike="noStrike" cap="none"/>
                        <a:t>[3]</a:t>
                      </a:r>
                      <a:endParaRPr sz="900" u="none" strike="noStrike" cap="none"/>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r>
                        <a:rPr lang="en-US" sz="900" u="none" strike="noStrike" cap="none"/>
                        <a:t>Z. Han, S. Zhang, L. He, and B. Zhu, "Predicting and investigating water quality index by robust machine learning methods," Journal of Environmental Management, vol. 381, 2025, Art. no. 125156.</a:t>
                      </a:r>
                      <a:endParaRPr sz="900" u="none" strike="noStrike" cap="none"/>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433025">
                <a:tc>
                  <a:txBody>
                    <a:bodyPr/>
                    <a:lstStyle/>
                    <a:p>
                      <a:pPr marL="0" marR="0" lvl="0" indent="0" algn="l" rtl="0">
                        <a:lnSpc>
                          <a:spcPct val="100000"/>
                        </a:lnSpc>
                        <a:spcBef>
                          <a:spcPts val="0"/>
                        </a:spcBef>
                        <a:spcAft>
                          <a:spcPts val="0"/>
                        </a:spcAft>
                        <a:buClr>
                          <a:srgbClr val="000000"/>
                        </a:buClr>
                        <a:buSzPts val="900"/>
                        <a:buFont typeface="Arial"/>
                        <a:buNone/>
                      </a:pPr>
                      <a:r>
                        <a:rPr lang="en-US" sz="900" u="none" strike="noStrike" cap="none"/>
                        <a:t>[4]</a:t>
                      </a:r>
                      <a:endParaRPr sz="900" u="none" strike="noStrike" cap="none"/>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r>
                        <a:rPr lang="en-US" sz="900" u="none" strike="noStrike" cap="none"/>
                        <a:t>Uddin, M. G., Nash, S., Rahman, A., &amp; Olbert, A. I. (2023). Performance analysis of the water quality index model for predicting water state using machine learning techniques. Process Safety and Environmental Protection, 169, 808-828.</a:t>
                      </a:r>
                      <a:endParaRPr sz="900" u="none" strike="noStrike" cap="none"/>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433025">
                <a:tc>
                  <a:txBody>
                    <a:bodyPr/>
                    <a:lstStyle/>
                    <a:p>
                      <a:pPr marL="0" marR="0" lvl="0" indent="0" algn="l" rtl="0">
                        <a:lnSpc>
                          <a:spcPct val="100000"/>
                        </a:lnSpc>
                        <a:spcBef>
                          <a:spcPts val="0"/>
                        </a:spcBef>
                        <a:spcAft>
                          <a:spcPts val="0"/>
                        </a:spcAft>
                        <a:buClr>
                          <a:srgbClr val="000000"/>
                        </a:buClr>
                        <a:buSzPts val="900"/>
                        <a:buFont typeface="Arial"/>
                        <a:buNone/>
                      </a:pPr>
                      <a:r>
                        <a:rPr lang="en-US" sz="900" u="none" strike="noStrike" cap="none"/>
                        <a:t>[5]</a:t>
                      </a:r>
                      <a:endParaRPr sz="900" u="none" strike="noStrike" cap="none"/>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r>
                        <a:rPr lang="en-US" sz="900" u="none" strike="noStrike" cap="none"/>
                        <a:t>Mo, Y., Xu, J., Liu, C., Wu, J., &amp; Chen, D. (2024). Assessment and prediction of water quality index (WQI) by seasonal key water parameters in a coastal city: Application of machine learning models. Environmental Monitoring and Assessment.</a:t>
                      </a:r>
                      <a:endParaRPr sz="900" u="none" strike="noStrike" cap="none"/>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433025">
                <a:tc>
                  <a:txBody>
                    <a:bodyPr/>
                    <a:lstStyle/>
                    <a:p>
                      <a:pPr marL="0" marR="0" lvl="0" indent="0" algn="l" rtl="0">
                        <a:lnSpc>
                          <a:spcPct val="100000"/>
                        </a:lnSpc>
                        <a:spcBef>
                          <a:spcPts val="0"/>
                        </a:spcBef>
                        <a:spcAft>
                          <a:spcPts val="0"/>
                        </a:spcAft>
                        <a:buClr>
                          <a:srgbClr val="000000"/>
                        </a:buClr>
                        <a:buSzPts val="900"/>
                        <a:buFont typeface="Arial"/>
                        <a:buNone/>
                      </a:pPr>
                      <a:r>
                        <a:rPr lang="en-US" sz="900" u="none" strike="noStrike" cap="none"/>
                        <a:t>[6]</a:t>
                      </a:r>
                      <a:endParaRPr sz="900" u="none" strike="noStrike" cap="none"/>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r>
                        <a:rPr lang="en-US" sz="900" u="none" strike="noStrike" cap="none"/>
                        <a:t>Singh, S., Das, A., &amp; Sharma, P. (2024). Predictive modeling of water quality index (WQI) classes in Indian rivers: Insights from the application of multiple Machine Learning (ML) models on a decennial dataset. Stochastic Environmental Research and Risk Assessment, 38, 3221–3238</a:t>
                      </a:r>
                      <a:endParaRPr sz="900" u="none" strike="noStrike" cap="none"/>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r h="297700">
                <a:tc>
                  <a:txBody>
                    <a:bodyPr/>
                    <a:lstStyle/>
                    <a:p>
                      <a:pPr marL="0" marR="0" lvl="0" indent="0" algn="l" rtl="0">
                        <a:lnSpc>
                          <a:spcPct val="100000"/>
                        </a:lnSpc>
                        <a:spcBef>
                          <a:spcPts val="0"/>
                        </a:spcBef>
                        <a:spcAft>
                          <a:spcPts val="0"/>
                        </a:spcAft>
                        <a:buClr>
                          <a:srgbClr val="000000"/>
                        </a:buClr>
                        <a:buSzPts val="900"/>
                        <a:buFont typeface="Arial"/>
                        <a:buNone/>
                      </a:pPr>
                      <a:r>
                        <a:rPr lang="en-US" sz="900" u="none" strike="noStrike" cap="none"/>
                        <a:t>[7]</a:t>
                      </a:r>
                      <a:endParaRPr sz="900" u="none" strike="noStrike" cap="none"/>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r>
                        <a:rPr lang="en-US" sz="900" u="none" strike="noStrike" cap="none"/>
                        <a:t>Ehteram, M., Ahmed, A. N., Sherif, M., &amp; El-Shafie, A. (2024). An advanced deep learning model for predicting water quality index. Ecological Indicators, 160, 111806.</a:t>
                      </a:r>
                      <a:endParaRPr sz="900" u="none" strike="noStrike" cap="none"/>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6"/>
                  </a:ext>
                </a:extLst>
              </a:tr>
              <a:tr h="433025">
                <a:tc>
                  <a:txBody>
                    <a:bodyPr/>
                    <a:lstStyle/>
                    <a:p>
                      <a:pPr marL="0" marR="0" lvl="0" indent="0" algn="l" rtl="0">
                        <a:lnSpc>
                          <a:spcPct val="100000"/>
                        </a:lnSpc>
                        <a:spcBef>
                          <a:spcPts val="0"/>
                        </a:spcBef>
                        <a:spcAft>
                          <a:spcPts val="0"/>
                        </a:spcAft>
                        <a:buClr>
                          <a:srgbClr val="000000"/>
                        </a:buClr>
                        <a:buSzPts val="900"/>
                        <a:buFont typeface="Arial"/>
                        <a:buNone/>
                      </a:pPr>
                      <a:r>
                        <a:rPr lang="en-US" sz="900" u="none" strike="noStrike" cap="none"/>
                        <a:t>[8]</a:t>
                      </a:r>
                      <a:endParaRPr sz="900" u="none" strike="noStrike" cap="none"/>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r>
                        <a:rPr lang="en-US" sz="900" u="none" strike="noStrike" cap="none"/>
                        <a:t>Satish, N., Anmala, J., Varma, M. R., &amp; Rajitha, K. (2024). Performance of Machine Learning, Artificial Neural Network (ANN), and stacked ensemble models in predicting Water Quality Index (WQI) from surface water quality parameters, climatic and land use data. Process Safety and Environmental Protection, 192, 177-195.</a:t>
                      </a:r>
                      <a:endParaRPr sz="900" u="none" strike="noStrike" cap="none"/>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7"/>
                  </a:ext>
                </a:extLst>
              </a:tr>
              <a:tr h="568350">
                <a:tc>
                  <a:txBody>
                    <a:bodyPr/>
                    <a:lstStyle/>
                    <a:p>
                      <a:pPr marL="0" marR="0" lvl="0" indent="0" algn="l" rtl="0">
                        <a:lnSpc>
                          <a:spcPct val="100000"/>
                        </a:lnSpc>
                        <a:spcBef>
                          <a:spcPts val="0"/>
                        </a:spcBef>
                        <a:spcAft>
                          <a:spcPts val="0"/>
                        </a:spcAft>
                        <a:buClr>
                          <a:srgbClr val="000000"/>
                        </a:buClr>
                        <a:buSzPts val="900"/>
                        <a:buFont typeface="Arial"/>
                        <a:buNone/>
                      </a:pPr>
                      <a:r>
                        <a:rPr lang="en-US" sz="900" u="none" strike="noStrike" cap="none"/>
                        <a:t>[9]</a:t>
                      </a:r>
                      <a:endParaRPr sz="900" u="none" strike="noStrike" cap="none"/>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r>
                        <a:rPr lang="en-US" sz="900" u="none" strike="noStrike" cap="none"/>
                        <a:t>Makumbura, R. K., Mampitiya, L., Rathnayake, N., Meddage, D. P. P., Henna, S., Dang, T. L., ... &amp; Rathnayake, U. (2024). Advancing water quality assessment and prediction using machine learning models, coupled with explainable artificial intelligence (XAI) techniques like shapley additive explanations (SHAP) for interpreting the black-box nature. Results in Engineering, 23, 102831.</a:t>
                      </a:r>
                      <a:endParaRPr sz="900" u="none" strike="noStrike" cap="none"/>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8"/>
                  </a:ext>
                </a:extLst>
              </a:tr>
              <a:tr h="433025">
                <a:tc>
                  <a:txBody>
                    <a:bodyPr/>
                    <a:lstStyle/>
                    <a:p>
                      <a:pPr marL="0" marR="0" lvl="0" indent="0" algn="l" rtl="0">
                        <a:lnSpc>
                          <a:spcPct val="100000"/>
                        </a:lnSpc>
                        <a:spcBef>
                          <a:spcPts val="0"/>
                        </a:spcBef>
                        <a:spcAft>
                          <a:spcPts val="0"/>
                        </a:spcAft>
                        <a:buClr>
                          <a:srgbClr val="000000"/>
                        </a:buClr>
                        <a:buSzPts val="900"/>
                        <a:buFont typeface="Arial"/>
                        <a:buNone/>
                      </a:pPr>
                      <a:r>
                        <a:rPr lang="en-US" sz="900" u="none" strike="noStrike" cap="none"/>
                        <a:t>[10]</a:t>
                      </a:r>
                      <a:endParaRPr sz="900" u="none" strike="noStrike" cap="none"/>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r>
                        <a:rPr lang="en-US" sz="900" u="none" strike="noStrike" cap="none"/>
                        <a:t>M. H. Nishat et al., “Comparative analysis of machine learning models for predicting water quality index in Dhaka’s rivers of Bangladesh,” Environmental Sciences Europe, vol. 37, p. 31, 2025.</a:t>
                      </a:r>
                      <a:endParaRPr sz="900" u="none" strike="noStrike" cap="none"/>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9"/>
                  </a:ext>
                </a:extLst>
              </a:tr>
              <a:tr h="433025">
                <a:tc>
                  <a:txBody>
                    <a:bodyPr/>
                    <a:lstStyle/>
                    <a:p>
                      <a:pPr marL="0" marR="0" lvl="0" indent="0" algn="l" rtl="0">
                        <a:lnSpc>
                          <a:spcPct val="100000"/>
                        </a:lnSpc>
                        <a:spcBef>
                          <a:spcPts val="0"/>
                        </a:spcBef>
                        <a:spcAft>
                          <a:spcPts val="0"/>
                        </a:spcAft>
                        <a:buClr>
                          <a:srgbClr val="000000"/>
                        </a:buClr>
                        <a:buSzPts val="900"/>
                        <a:buFont typeface="Arial"/>
                        <a:buNone/>
                      </a:pPr>
                      <a:r>
                        <a:rPr lang="en-US" sz="900" u="none" strike="noStrike" cap="none"/>
                        <a:t>[11]</a:t>
                      </a:r>
                      <a:endParaRPr sz="900" u="none" strike="noStrike" cap="none"/>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r>
                        <a:rPr lang="en-US" sz="900" u="none" strike="noStrike" cap="none"/>
                        <a:t>Zhu, M., Wang, J., Yang, X., Zhang, Y., Zhang, L., Ren, H., Wu, B., &amp; Ye, L. (2022). A review of the application of machine learning in water quality evaluation. Eco-Environment &amp; Health, 1, 107-116. https://doi.org/10.1016/j.eehl.2022.06.001</a:t>
                      </a:r>
                      <a:endParaRPr sz="900" u="none" strike="noStrike" cap="none"/>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10"/>
                  </a:ext>
                </a:extLst>
              </a:tr>
              <a:tr h="433025">
                <a:tc>
                  <a:txBody>
                    <a:bodyPr/>
                    <a:lstStyle/>
                    <a:p>
                      <a:pPr marL="0" marR="0" lvl="0" indent="0" algn="l" rtl="0">
                        <a:lnSpc>
                          <a:spcPct val="100000"/>
                        </a:lnSpc>
                        <a:spcBef>
                          <a:spcPts val="0"/>
                        </a:spcBef>
                        <a:spcAft>
                          <a:spcPts val="0"/>
                        </a:spcAft>
                        <a:buClr>
                          <a:srgbClr val="000000"/>
                        </a:buClr>
                        <a:buSzPts val="900"/>
                        <a:buFont typeface="Arial"/>
                        <a:buNone/>
                      </a:pPr>
                      <a:r>
                        <a:rPr lang="en-US" sz="900" u="none" strike="noStrike" cap="none"/>
                        <a:t>[12]</a:t>
                      </a:r>
                      <a:endParaRPr sz="900" u="none" strike="noStrike" cap="none"/>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r>
                        <a:rPr lang="en-US" sz="900" u="none" strike="noStrike" cap="none"/>
                        <a:t>U. Mohseni, C. B. Pande, S. C. Pal, and F. Alshehri, “Prediction of weighted arithmetic water quality index for urban water quality using ensemble machine learning model,” Chemosphere, vol. 352, p. 141393, 2024.</a:t>
                      </a:r>
                      <a:endParaRPr sz="900" u="none" strike="noStrike" cap="none"/>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11"/>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pic>
        <p:nvPicPr>
          <p:cNvPr id="555" name="Google Shape;555;p35" descr="What is Programming?. Programming is a way for us to give… | by Rafay Syed  | The Startup | Medium"/>
          <p:cNvPicPr preferRelativeResize="0"/>
          <p:nvPr/>
        </p:nvPicPr>
        <p:blipFill rotWithShape="1">
          <a:blip r:embed="rId3">
            <a:alphaModFix/>
          </a:blip>
          <a:srcRect/>
          <a:stretch/>
        </p:blipFill>
        <p:spPr>
          <a:xfrm>
            <a:off x="3763389" y="610325"/>
            <a:ext cx="4597091" cy="3186975"/>
          </a:xfrm>
          <a:prstGeom prst="rect">
            <a:avLst/>
          </a:prstGeom>
          <a:noFill/>
          <a:ln>
            <a:noFill/>
          </a:ln>
        </p:spPr>
      </p:pic>
      <p:sp>
        <p:nvSpPr>
          <p:cNvPr id="556" name="Google Shape;556;p35"/>
          <p:cNvSpPr txBox="1">
            <a:spLocks noGrp="1"/>
          </p:cNvSpPr>
          <p:nvPr>
            <p:ph type="title"/>
          </p:nvPr>
        </p:nvSpPr>
        <p:spPr>
          <a:xfrm>
            <a:off x="2391588" y="3797300"/>
            <a:ext cx="7340700" cy="1887000"/>
          </a:xfrm>
          <a:prstGeom prst="rect">
            <a:avLst/>
          </a:prstGeom>
          <a:noFill/>
          <a:ln>
            <a:noFill/>
          </a:ln>
        </p:spPr>
        <p:txBody>
          <a:bodyPr spcFirstLastPara="1" wrap="square" lIns="137150" tIns="68550" rIns="137150" bIns="68550" anchor="ctr" anchorCtr="0">
            <a:normAutofit fontScale="90000"/>
          </a:bodyPr>
          <a:lstStyle/>
          <a:p>
            <a:pPr marL="0" lvl="0" indent="0" algn="ctr" rtl="0">
              <a:lnSpc>
                <a:spcPct val="90000"/>
              </a:lnSpc>
              <a:spcBef>
                <a:spcPts val="0"/>
              </a:spcBef>
              <a:spcAft>
                <a:spcPts val="0"/>
              </a:spcAft>
              <a:buClr>
                <a:schemeClr val="dk1"/>
              </a:buClr>
              <a:buSzPct val="70000"/>
              <a:buNone/>
            </a:pPr>
            <a:r>
              <a:rPr lang="en-US" sz="6000" b="1">
                <a:latin typeface="Arial"/>
                <a:ea typeface="Arial"/>
                <a:cs typeface="Arial"/>
                <a:sym typeface="Arial"/>
              </a:rPr>
              <a:t>Thank you!</a:t>
            </a:r>
            <a:endParaRPr sz="6000" b="1">
              <a:latin typeface="Arial"/>
              <a:ea typeface="Arial"/>
              <a:cs typeface="Arial"/>
              <a:sym typeface="Arial"/>
            </a:endParaRPr>
          </a:p>
          <a:p>
            <a:pPr marL="0" lvl="0" indent="0" algn="ctr" rtl="0">
              <a:lnSpc>
                <a:spcPct val="90000"/>
              </a:lnSpc>
              <a:spcBef>
                <a:spcPts val="0"/>
              </a:spcBef>
              <a:spcAft>
                <a:spcPts val="0"/>
              </a:spcAft>
              <a:buClr>
                <a:schemeClr val="dk1"/>
              </a:buClr>
              <a:buSzPct val="95454"/>
              <a:buNone/>
            </a:pPr>
            <a:endParaRPr b="1">
              <a:latin typeface="Arial"/>
              <a:ea typeface="Arial"/>
              <a:cs typeface="Arial"/>
              <a:sym typeface="Arial"/>
            </a:endParaRPr>
          </a:p>
          <a:p>
            <a:pPr marL="0" lvl="0" indent="0" algn="ctr" rtl="0">
              <a:lnSpc>
                <a:spcPct val="90000"/>
              </a:lnSpc>
              <a:spcBef>
                <a:spcPts val="0"/>
              </a:spcBef>
              <a:spcAft>
                <a:spcPts val="0"/>
              </a:spcAft>
              <a:buClr>
                <a:schemeClr val="dk1"/>
              </a:buClr>
              <a:buSzPct val="70000"/>
              <a:buNone/>
            </a:pPr>
            <a:r>
              <a:rPr lang="en-US" sz="6000" b="1">
                <a:latin typeface="Arial"/>
                <a:ea typeface="Arial"/>
                <a:cs typeface="Arial"/>
                <a:sym typeface="Arial"/>
              </a:rPr>
              <a:t>Any questions? </a:t>
            </a:r>
            <a:endParaRPr sz="6000" b="1">
              <a:latin typeface="Arial"/>
              <a:ea typeface="Arial"/>
              <a:cs typeface="Arial"/>
              <a:sym typeface="Arial"/>
            </a:endParaRPr>
          </a:p>
        </p:txBody>
      </p:sp>
      <p:pic>
        <p:nvPicPr>
          <p:cNvPr id="557" name="Google Shape;557;p35"/>
          <p:cNvPicPr preferRelativeResize="0"/>
          <p:nvPr/>
        </p:nvPicPr>
        <p:blipFill rotWithShape="1">
          <a:blip r:embed="rId4">
            <a:alphaModFix/>
          </a:blip>
          <a:srcRect/>
          <a:stretch/>
        </p:blipFill>
        <p:spPr>
          <a:xfrm>
            <a:off x="9918800" y="385675"/>
            <a:ext cx="1686789" cy="498301"/>
          </a:xfrm>
          <a:prstGeom prst="rect">
            <a:avLst/>
          </a:prstGeom>
          <a:noFill/>
          <a:ln>
            <a:noFill/>
          </a:ln>
        </p:spPr>
      </p:pic>
      <p:sp>
        <p:nvSpPr>
          <p:cNvPr id="558" name="Google Shape;558;p35"/>
          <p:cNvSpPr txBox="1">
            <a:spLocks noGrp="1"/>
          </p:cNvSpPr>
          <p:nvPr>
            <p:ph type="sldNum" idx="12"/>
          </p:nvPr>
        </p:nvSpPr>
        <p:spPr>
          <a:xfrm>
            <a:off x="9329530" y="6223828"/>
            <a:ext cx="1706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56"/>
                                        </p:tgtEl>
                                        <p:attrNameLst>
                                          <p:attrName>style.visibility</p:attrName>
                                        </p:attrNameLst>
                                      </p:cBhvr>
                                      <p:to>
                                        <p:strVal val="visible"/>
                                      </p:to>
                                    </p:set>
                                    <p:animEffect transition="in" filter="fade">
                                      <p:cBhvr>
                                        <p:cTn id="7" dur="1500"/>
                                        <p:tgtEl>
                                          <p:spTgt spid="556"/>
                                        </p:tgtEl>
                                      </p:cBhvr>
                                    </p:animEffect>
                                  </p:childTnLst>
                                </p:cTn>
                              </p:par>
                              <p:par>
                                <p:cTn id="8" presetID="23" presetClass="entr" presetSubtype="16" fill="hold" nodeType="withEffect">
                                  <p:stCondLst>
                                    <p:cond delay="0"/>
                                  </p:stCondLst>
                                  <p:childTnLst>
                                    <p:set>
                                      <p:cBhvr>
                                        <p:cTn id="9" dur="1" fill="hold">
                                          <p:stCondLst>
                                            <p:cond delay="0"/>
                                          </p:stCondLst>
                                        </p:cTn>
                                        <p:tgtEl>
                                          <p:spTgt spid="556"/>
                                        </p:tgtEl>
                                        <p:attrNameLst>
                                          <p:attrName>style.visibility</p:attrName>
                                        </p:attrNameLst>
                                      </p:cBhvr>
                                      <p:to>
                                        <p:strVal val="visible"/>
                                      </p:to>
                                    </p:set>
                                    <p:anim calcmode="lin" valueType="num">
                                      <p:cBhvr additive="base">
                                        <p:cTn id="10" dur="1000"/>
                                        <p:tgtEl>
                                          <p:spTgt spid="556"/>
                                        </p:tgtEl>
                                        <p:attrNameLst>
                                          <p:attrName>ppt_w</p:attrName>
                                        </p:attrNameLst>
                                      </p:cBhvr>
                                      <p:tavLst>
                                        <p:tav tm="0">
                                          <p:val>
                                            <p:strVal val="0"/>
                                          </p:val>
                                        </p:tav>
                                        <p:tav tm="100000">
                                          <p:val>
                                            <p:strVal val="#ppt_w"/>
                                          </p:val>
                                        </p:tav>
                                      </p:tavLst>
                                    </p:anim>
                                    <p:anim calcmode="lin" valueType="num">
                                      <p:cBhvr additive="base">
                                        <p:cTn id="11" dur="1000"/>
                                        <p:tgtEl>
                                          <p:spTgt spid="556"/>
                                        </p:tgtEl>
                                        <p:attrNameLst>
                                          <p:attrName>ppt_h</p:attrName>
                                        </p:attrNameLst>
                                      </p:cBhvr>
                                      <p:tavLst>
                                        <p:tav tm="0">
                                          <p:val>
                                            <p:strVal val="0"/>
                                          </p:val>
                                        </p:tav>
                                        <p:tav tm="100000">
                                          <p:val>
                                            <p:strVal val="#ppt_h"/>
                                          </p:val>
                                        </p:tav>
                                      </p:tavLst>
                                    </p:anim>
                                  </p:childTnLst>
                                </p:cTn>
                              </p:par>
                            </p:childTnLst>
                          </p:cTn>
                        </p:par>
                        <p:par>
                          <p:cTn id="12" fill="hold">
                            <p:stCondLst>
                              <p:cond delay="1500"/>
                            </p:stCondLst>
                            <p:childTnLst>
                              <p:par>
                                <p:cTn id="13" presetID="10" presetClass="entr" presetSubtype="0" fill="hold" nodeType="afterEffect">
                                  <p:stCondLst>
                                    <p:cond delay="0"/>
                                  </p:stCondLst>
                                  <p:childTnLst>
                                    <p:set>
                                      <p:cBhvr>
                                        <p:cTn id="14" dur="1" fill="hold">
                                          <p:stCondLst>
                                            <p:cond delay="0"/>
                                          </p:stCondLst>
                                        </p:cTn>
                                        <p:tgtEl>
                                          <p:spTgt spid="555"/>
                                        </p:tgtEl>
                                        <p:attrNameLst>
                                          <p:attrName>style.visibility</p:attrName>
                                        </p:attrNameLst>
                                      </p:cBhvr>
                                      <p:to>
                                        <p:strVal val="visible"/>
                                      </p:to>
                                    </p:set>
                                    <p:animEffect transition="in" filter="fade">
                                      <p:cBhvr>
                                        <p:cTn id="15" dur="1000"/>
                                        <p:tgtEl>
                                          <p:spTgt spid="5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2969</Words>
  <Application>Microsoft Macintosh PowerPoint</Application>
  <PresentationFormat>Widescreen</PresentationFormat>
  <Paragraphs>365</Paragraphs>
  <Slides>44</Slides>
  <Notes>44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Corbel</vt:lpstr>
      <vt:lpstr>Arial</vt:lpstr>
      <vt:lpstr>Calibri</vt:lpstr>
      <vt:lpstr>Basis</vt:lpstr>
      <vt:lpstr>PowerPoint Presentation</vt:lpstr>
      <vt:lpstr>Introduction (Cont.)</vt:lpstr>
      <vt:lpstr>Literature Review</vt:lpstr>
      <vt:lpstr>Literature Review (1/3)</vt:lpstr>
      <vt:lpstr>Literature Review (2/3)</vt:lpstr>
      <vt:lpstr>Literature Review (3/3)</vt:lpstr>
      <vt:lpstr>Similarities Between Existings Methods </vt:lpstr>
      <vt:lpstr>Similarities Between Existing Methods (Cont.)</vt:lpstr>
      <vt:lpstr>Major Strengths of the Existing Study</vt:lpstr>
      <vt:lpstr>Major Gaps Between Existing Methods</vt:lpstr>
      <vt:lpstr>From Literature Review to Research Direction</vt:lpstr>
      <vt:lpstr>From Literature Review to Research Direction (Cont.)</vt:lpstr>
      <vt:lpstr>Research Questions</vt:lpstr>
      <vt:lpstr>Objective of the Project from the SLR</vt:lpstr>
      <vt:lpstr>Data Collection and Wragling</vt:lpstr>
      <vt:lpstr>Selected Data Source and Dataset Summary</vt:lpstr>
      <vt:lpstr>Dataset Pivote</vt:lpstr>
      <vt:lpstr>Water Quality Index Model Implementation</vt:lpstr>
      <vt:lpstr>Exploratory Data Analysis (EDA) </vt:lpstr>
      <vt:lpstr>Data Details</vt:lpstr>
      <vt:lpstr>Data Description and Summary</vt:lpstr>
      <vt:lpstr>Violin Plot of the Raw Dataset</vt:lpstr>
      <vt:lpstr>Feature Correlation </vt:lpstr>
      <vt:lpstr>Dataset before Removing and after Removing  Outliers</vt:lpstr>
      <vt:lpstr>Feature Representation After Scaling/Normalization</vt:lpstr>
      <vt:lpstr>Data Summary After WQI Calculation</vt:lpstr>
      <vt:lpstr>Feature Distribution for Top 3 Features</vt:lpstr>
      <vt:lpstr> Challenges Encountered </vt:lpstr>
      <vt:lpstr>State-of-the-Art Models Implementation</vt:lpstr>
      <vt:lpstr>Implementation of the SOTA</vt:lpstr>
      <vt:lpstr>Overall pipeline of  the study for Milestone II  </vt:lpstr>
      <vt:lpstr>Result Analysis</vt:lpstr>
      <vt:lpstr>Comparison Among State-of-the-art Models</vt:lpstr>
      <vt:lpstr>Prediction Result: Irrigation Water Quality Index (IWQI)</vt:lpstr>
      <vt:lpstr>Prediction Result: Industrial Water Quality Index (indWQI)</vt:lpstr>
      <vt:lpstr>Prediction Result: Drinking Water Quality Index (DWQI)</vt:lpstr>
      <vt:lpstr>Prediction Result: Aquaculture Water Quality Index (AWQI)</vt:lpstr>
      <vt:lpstr>Intuition from the baselines</vt:lpstr>
      <vt:lpstr>Tentative Plan - Hybrid MTL model for Milestone 3</vt:lpstr>
      <vt:lpstr>Conclusion</vt:lpstr>
      <vt:lpstr>Conclusion</vt:lpstr>
      <vt:lpstr>References</vt:lpstr>
      <vt:lpstr>References (APA/IEEE)</vt:lpstr>
      <vt:lpstr>Thank you!  Any questions?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Dulal</dc:creator>
  <cp:lastModifiedBy>Md Rajaul Karim</cp:lastModifiedBy>
  <cp:revision>2</cp:revision>
  <dcterms:modified xsi:type="dcterms:W3CDTF">2026-04-14T03:22:52Z</dcterms:modified>
</cp:coreProperties>
</file>